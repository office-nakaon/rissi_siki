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ca84a249ec4a45" /><Relationship Type="http://schemas.openxmlformats.org/officeDocument/2006/relationships/extended-properties" Target="/docProps/app.xml" Id="R5e868cb771394880" /><Relationship Type="http://schemas.openxmlformats.org/officeDocument/2006/relationships/officeDocument" Target="/ppt/presentation.xml" Id="R7d2a8710725145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ef8b22002a416c"/>
  </p:sldMasterIdLst>
  <p:notesMasterIdLst>
    <p:notesMasterId xmlns:r="http://schemas.openxmlformats.org/officeDocument/2006/relationships" r:id="R2b07ea15780f44e5"/>
  </p:notesMasterIdLst>
  <p:sldIdLst>
    <p:sldId xmlns:r="http://schemas.openxmlformats.org/officeDocument/2006/relationships" id="256" r:id="Rfd6d2f9c563246d8"/>
    <p:sldId xmlns:r="http://schemas.openxmlformats.org/officeDocument/2006/relationships" id="257" r:id="Rb8b68433433a4202"/>
    <p:sldId xmlns:r="http://schemas.openxmlformats.org/officeDocument/2006/relationships" id="258" r:id="Re110be8e5c464a61"/>
    <p:sldId xmlns:r="http://schemas.openxmlformats.org/officeDocument/2006/relationships" id="259" r:id="R7b99a553aa594135"/>
    <p:sldId xmlns:r="http://schemas.openxmlformats.org/officeDocument/2006/relationships" id="260" r:id="R706182ca80dc4efb"/>
    <p:sldId xmlns:r="http://schemas.openxmlformats.org/officeDocument/2006/relationships" id="261" r:id="R0257b375426d4897"/>
    <p:sldId xmlns:r="http://schemas.openxmlformats.org/officeDocument/2006/relationships" id="262" r:id="R6081d948787943dd"/>
    <p:sldId xmlns:r="http://schemas.openxmlformats.org/officeDocument/2006/relationships" id="263" r:id="R99e67b64184146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0442693b194ba1" /><Relationship Type="http://schemas.openxmlformats.org/officeDocument/2006/relationships/slideMaster" Target="/ppt/slideMasters/slideMaster1.xml" Id="R9fef8b22002a416c" /><Relationship Type="http://schemas.openxmlformats.org/officeDocument/2006/relationships/notesMaster" Target="/ppt/notesMasters/notesMaster1.xml" Id="R2b07ea15780f44e5" /><Relationship Type="http://schemas.openxmlformats.org/officeDocument/2006/relationships/presProps" Target="/ppt/presProps.xml" Id="Rd6f24a3b23f24ed1" /><Relationship Type="http://schemas.openxmlformats.org/officeDocument/2006/relationships/tableStyles" Target="/ppt/tableStyles.xml" Id="Re5dd50d2e0af4dec" /><Relationship Type="http://schemas.openxmlformats.org/officeDocument/2006/relationships/slide" Target="/ppt/slides/slide1.xml" Id="Rfd6d2f9c563246d8" /><Relationship Type="http://schemas.openxmlformats.org/officeDocument/2006/relationships/slide" Target="/ppt/slides/slide2.xml" Id="Rb8b68433433a4202" /><Relationship Type="http://schemas.openxmlformats.org/officeDocument/2006/relationships/slide" Target="/ppt/slides/slide3.xml" Id="Re110be8e5c464a61" /><Relationship Type="http://schemas.openxmlformats.org/officeDocument/2006/relationships/slide" Target="/ppt/slides/slide4.xml" Id="R7b99a553aa594135" /><Relationship Type="http://schemas.openxmlformats.org/officeDocument/2006/relationships/slide" Target="/ppt/slides/slide5.xml" Id="R706182ca80dc4efb" /><Relationship Type="http://schemas.openxmlformats.org/officeDocument/2006/relationships/slide" Target="/ppt/slides/slide6.xml" Id="R0257b375426d4897" /><Relationship Type="http://schemas.openxmlformats.org/officeDocument/2006/relationships/slide" Target="/ppt/slides/slide7.xml" Id="R6081d948787943dd" /><Relationship Type="http://schemas.openxmlformats.org/officeDocument/2006/relationships/slide" Target="/ppt/slides/slide8.xml" Id="R99e67b64184146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0b40f3cee448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f36093edbe4eb9" /><Relationship Type="http://schemas.openxmlformats.org/officeDocument/2006/relationships/notesMaster" Target="/ppt/notesMasters/notesMaster1.xml" Id="R80ecd7d3ba0d4e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d6c740ad304e7c" /><Relationship Type="http://schemas.openxmlformats.org/officeDocument/2006/relationships/notesMaster" Target="/ppt/notesMasters/notesMaster1.xml" Id="Rc3716627b0af47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c2cffe105e408e" /><Relationship Type="http://schemas.openxmlformats.org/officeDocument/2006/relationships/notesMaster" Target="/ppt/notesMasters/notesMaster1.xml" Id="R995b0024e59245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40053db9b8403e" /><Relationship Type="http://schemas.openxmlformats.org/officeDocument/2006/relationships/notesMaster" Target="/ppt/notesMasters/notesMaster1.xml" Id="Rb98bce0f24084d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4045d9c31449e4" /><Relationship Type="http://schemas.openxmlformats.org/officeDocument/2006/relationships/notesMaster" Target="/ppt/notesMasters/notesMaster1.xml" Id="Rbefb69c311ec41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24e09eb8f14282" /><Relationship Type="http://schemas.openxmlformats.org/officeDocument/2006/relationships/notesMaster" Target="/ppt/notesMasters/notesMaster1.xml" Id="R3466fc13011d4d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918504fc744539" /><Relationship Type="http://schemas.openxmlformats.org/officeDocument/2006/relationships/notesMaster" Target="/ppt/notesMasters/notesMaster1.xml" Id="Rbfbecb67ebae4f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da9fad133f4bdd" /><Relationship Type="http://schemas.openxmlformats.org/officeDocument/2006/relationships/notesMaster" Target="/ppt/notesMasters/notesMaster1.xml" Id="Rd6d58c90e14d4e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立志式の当日の流れと生徒の動きを説明する資料。出典：Kaizyou_Zu.pdf、Scenario.pdf、およびユーザーの補足。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出典：Kaizyou_Zu.pdf、Scenario.pdf（各1ページ）。⑤は袖で待機、⑦は②が階段を下り始めたら移動するというユーザーの確認を反映。左右は資料の会場図に合わせる。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出典：Kaizyou_Zu.pdf、Scenario.pdf（各1ページ）。⑤は袖で待機、⑦は②が階段を下り始めたら移動するというユーザーの確認を反映。左右は資料の会場図に合わせる。</a:t>
            </a:r>
          </a:p>
          <a:p xmlns:a="http://schemas.openxmlformats.org/drawingml/2006/main">
            <a:br/>
            <a:r>
              <a:t>座席は元資料の例。人数によって微調整。図は客席からステージを見る向き。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出典：Kaizyou_Zu.pdf、Scenario.pdf（各1ページ）。⑤は袖で待機、⑦は②が階段を下り始めたら移動するというユーザーの確認を反映。左右は資料の会場図に合わせる。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出典：Kaizyou_Zu.pdf、Scenario.pdf（各1ページ）。⑤は袖で待機、⑦は②が階段を下り始めたら移動するというユーザーの確認を反映。左右は資料の会場図に合わせる。</a:t>
            </a:r>
          </a:p>
          <a:p xmlns:a="http://schemas.openxmlformats.org/drawingml/2006/main">
            <a:br/>
            <a:r>
              <a:t>発表は暗唱した作文（120字程度）。実行委員が対応する色紙をスクリーンに投影する。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出典：Kaizyou_Zu.pdf、Scenario.pdf（各1ページ）。⑤は袖で待機、⑦は②が階段を下り始めたら移動するというユーザーの確認を反映。左右は資料の会場図に合わせる。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出典：Kaizyou_Zu.pdf、Scenario.pdf（各1ページ）。⑤は袖で待機、⑦は②が階段を下り始めたら移動するというユーザーの確認を反映。左右は資料の会場図に合わせる。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出典：Kaizyou_Zu.pdf、Scenario.pdf（各1ページ）。⑤は袖で待機、⑦は②が階段を下り始めたら移動するというユーザーの確認を反映。左右は資料の会場図に合わせる。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063f3a415342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43ce08e9a14c2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9a165daa864a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cf1e89a6ec48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7e584c8428430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293aed3ea64c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E850CE-81CF-444D-A527-4A21F1A12B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0326EB1-7788-4D13-9DFD-524B5CE6F6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93B6816-A2D9-4610-93D7-370039023C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9CA57C-9A78-46ED-9A11-0B960F5DBF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EAE3A16-A935-401F-AB7C-03DF5DB9AB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3078BF1-3AC0-4BD2-8A36-B0749D232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A00397F-098F-4461-BBD0-80F42488DD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81995B6-48DF-46BE-A7D6-ABE2B02FBC3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D5E11F-D91D-4966-B9DB-4E930F9DAE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951CE0-5146-46C2-967D-DF4F1BB921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ee187778ff441b" /><Relationship Type="http://schemas.openxmlformats.org/officeDocument/2006/relationships/slideLayout" Target="/ppt/slideLayouts/slideLayout1.xml" Id="Rad60317b9b064d9b" /><Relationship Type="http://schemas.openxmlformats.org/officeDocument/2006/relationships/slideLayout" Target="/ppt/slideLayouts/slideLayout2.xml" Id="Rb05e399597af449b" /><Relationship Type="http://schemas.openxmlformats.org/officeDocument/2006/relationships/slideLayout" Target="/ppt/slideLayouts/slideLayout3.xml" Id="Re93f1fabc03847a3" /><Relationship Type="http://schemas.openxmlformats.org/officeDocument/2006/relationships/slideLayout" Target="/ppt/slideLayouts/slideLayout4.xml" Id="R01e43bdfa54f41b5" /><Relationship Type="http://schemas.openxmlformats.org/officeDocument/2006/relationships/slideLayout" Target="/ppt/slideLayouts/slideLayout5.xml" Id="Rf179239a88274d10" /><Relationship Type="http://schemas.openxmlformats.org/officeDocument/2006/relationships/slideLayout" Target="/ppt/slideLayouts/slideLayout6.xml" Id="Reff9676d544a45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60317b9b064d9b"/>
    <p:sldLayoutId xmlns:r="http://schemas.openxmlformats.org/officeDocument/2006/relationships" id="2147483650" r:id="Rb05e399597af449b"/>
    <p:sldLayoutId xmlns:r="http://schemas.openxmlformats.org/officeDocument/2006/relationships" id="2147483651" r:id="Re93f1fabc03847a3"/>
    <p:sldLayoutId xmlns:r="http://schemas.openxmlformats.org/officeDocument/2006/relationships" id="2147483652" r:id="R01e43bdfa54f41b5"/>
    <p:sldLayoutId xmlns:r="http://schemas.openxmlformats.org/officeDocument/2006/relationships" id="2147483653" r:id="Rf179239a88274d10"/>
    <p:sldLayoutId xmlns:r="http://schemas.openxmlformats.org/officeDocument/2006/relationships" id="2147483654" r:id="Reff9676d544a45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7e9e95521a444c" /><Relationship Type="http://schemas.openxmlformats.org/officeDocument/2006/relationships/notesSlide" Target="/ppt/notesSlides/notesSlide1.xml" Id="R5ca5a932a0744f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db92570fb24dfb" /><Relationship Type="http://schemas.openxmlformats.org/officeDocument/2006/relationships/notesSlide" Target="/ppt/notesSlides/notesSlide2.xml" Id="R07d10100bb384a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c5c5e7573546a9" /><Relationship Type="http://schemas.openxmlformats.org/officeDocument/2006/relationships/notesSlide" Target="/ppt/notesSlides/notesSlide3.xml" Id="R528fc8a2c1fe44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bdaf53ae614a3c" /><Relationship Type="http://schemas.openxmlformats.org/officeDocument/2006/relationships/notesSlide" Target="/ppt/notesSlides/notesSlide4.xml" Id="R605350b1a10046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2147d3b13b4888" /><Relationship Type="http://schemas.openxmlformats.org/officeDocument/2006/relationships/notesSlide" Target="/ppt/notesSlides/notesSlide5.xml" Id="R3894927129674c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219ebde0f04d6b" /><Relationship Type="http://schemas.openxmlformats.org/officeDocument/2006/relationships/notesSlide" Target="/ppt/notesSlides/notesSlide6.xml" Id="R1a9402bbc31b4a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cf892967914f66" /><Relationship Type="http://schemas.openxmlformats.org/officeDocument/2006/relationships/notesSlide" Target="/ppt/notesSlides/notesSlide7.xml" Id="Rc37cd85541294e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c876fcb4bd424a" /><Relationship Type="http://schemas.openxmlformats.org/officeDocument/2006/relationships/notesSlide" Target="/ppt/notesSlides/notesSlide8.xml" Id="R189c4d41e6a74b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1B0F4-70B5-4E36-8FD6-642F72EC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5375"/>
            <a:ext cx="1038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0" b="1">
                <a:solidFill>
                  <a:srgbClr val="245540"/>
                </a:solidFill>
              </a:defRPr>
            </a:defPPr>
            <a:lvl1pPr>
              <a:defRPr sz="6000" b="1">
                <a:solidFill>
                  <a:srgbClr val="245540"/>
                </a:solidFill>
              </a:defRPr>
            </a:lvl1pPr>
            <a:lvl2pPr>
              <a:defRPr sz="6000" b="1">
                <a:solidFill>
                  <a:srgbClr val="245540"/>
                </a:solidFill>
              </a:defRPr>
            </a:lvl2pPr>
            <a:lvl3pPr>
              <a:defRPr sz="6000" b="1">
                <a:solidFill>
                  <a:srgbClr val="245540"/>
                </a:solidFill>
              </a:defRPr>
            </a:lvl3pPr>
            <a:lvl4pPr>
              <a:defRPr sz="6000" b="1">
                <a:solidFill>
                  <a:srgbClr val="245540"/>
                </a:solidFill>
              </a:defRPr>
            </a:lvl4pPr>
            <a:lvl5pPr>
              <a:defRPr sz="6000" b="1">
                <a:solidFill>
                  <a:srgbClr val="245540"/>
                </a:solidFill>
              </a:defRPr>
            </a:lvl5pPr>
            <a:lvl6pPr>
              <a:defRPr sz="6000" b="1">
                <a:solidFill>
                  <a:srgbClr val="245540"/>
                </a:solidFill>
              </a:defRPr>
            </a:lvl6pPr>
            <a:lvl7pPr>
              <a:defRPr sz="6000" b="1">
                <a:solidFill>
                  <a:srgbClr val="245540"/>
                </a:solidFill>
              </a:defRPr>
            </a:lvl7pPr>
            <a:lvl8pPr>
              <a:defRPr sz="6000" b="1">
                <a:solidFill>
                  <a:srgbClr val="245540"/>
                </a:solidFill>
              </a:defRPr>
            </a:lvl8pPr>
            <a:lvl9pPr>
              <a:defRPr sz="6000" b="1">
                <a:solidFill>
                  <a:srgbClr val="245540"/>
                </a:solidFill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245540"/>
                </a:solidFill>
              </a:defRPr>
            </a:pPr>
            <a:r>
              <a:rPr sz="6000" b="1">
                <a:solidFill>
                  <a:srgbClr val="245540"/>
                </a:solidFill>
              </a:rPr>
              <a:t>立志式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74D8D-64A2-4EA5-B2AD-FCA55CFC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88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F5F49"/>
                </a:solidFill>
              </a:defRPr>
            </a:defPPr>
            <a:lvl1pPr>
              <a:defRPr sz="3600" b="1">
                <a:solidFill>
                  <a:srgbClr val="2F5F49"/>
                </a:solidFill>
              </a:defRPr>
            </a:lvl1pPr>
            <a:lvl2pPr>
              <a:defRPr sz="3600" b="1">
                <a:solidFill>
                  <a:srgbClr val="2F5F49"/>
                </a:solidFill>
              </a:defRPr>
            </a:lvl2pPr>
            <a:lvl3pPr>
              <a:defRPr sz="3600" b="1">
                <a:solidFill>
                  <a:srgbClr val="2F5F49"/>
                </a:solidFill>
              </a:defRPr>
            </a:lvl3pPr>
            <a:lvl4pPr>
              <a:defRPr sz="3600" b="1">
                <a:solidFill>
                  <a:srgbClr val="2F5F49"/>
                </a:solidFill>
              </a:defRPr>
            </a:lvl4pPr>
            <a:lvl5pPr>
              <a:defRPr sz="3600" b="1">
                <a:solidFill>
                  <a:srgbClr val="2F5F49"/>
                </a:solidFill>
              </a:defRPr>
            </a:lvl5pPr>
            <a:lvl6pPr>
              <a:defRPr sz="3600" b="1">
                <a:solidFill>
                  <a:srgbClr val="2F5F49"/>
                </a:solidFill>
              </a:defRPr>
            </a:lvl6pPr>
            <a:lvl7pPr>
              <a:defRPr sz="3600" b="1">
                <a:solidFill>
                  <a:srgbClr val="2F5F49"/>
                </a:solidFill>
              </a:defRPr>
            </a:lvl7pPr>
            <a:lvl8pPr>
              <a:defRPr sz="3600" b="1">
                <a:solidFill>
                  <a:srgbClr val="2F5F49"/>
                </a:solidFill>
              </a:defRPr>
            </a:lvl8pPr>
            <a:lvl9pPr>
              <a:defRPr sz="3600" b="1">
                <a:solidFill>
                  <a:srgbClr val="2F5F49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F5F49"/>
                </a:solidFill>
              </a:defRPr>
            </a:pPr>
            <a:r>
              <a:rPr sz="3600" b="1">
                <a:solidFill>
                  <a:srgbClr val="2F5F49"/>
                </a:solidFill>
              </a:rPr>
              <a:t>当日の流れと、自分の動き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6E1C2-6E2B-4F51-8D3C-1BBF8E78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4F6658"/>
                </a:solidFill>
              </a:defRPr>
            </a:defPPr>
            <a:lvl1pPr>
              <a:defRPr sz="2850" b="0">
                <a:solidFill>
                  <a:srgbClr val="4F6658"/>
                </a:solidFill>
              </a:defRPr>
            </a:lvl1pPr>
            <a:lvl2pPr>
              <a:defRPr sz="2850" b="0">
                <a:solidFill>
                  <a:srgbClr val="4F6658"/>
                </a:solidFill>
              </a:defRPr>
            </a:lvl2pPr>
            <a:lvl3pPr>
              <a:defRPr sz="2850" b="0">
                <a:solidFill>
                  <a:srgbClr val="4F6658"/>
                </a:solidFill>
              </a:defRPr>
            </a:lvl3pPr>
            <a:lvl4pPr>
              <a:defRPr sz="2850" b="0">
                <a:solidFill>
                  <a:srgbClr val="4F6658"/>
                </a:solidFill>
              </a:defRPr>
            </a:lvl4pPr>
            <a:lvl5pPr>
              <a:defRPr sz="2850" b="0">
                <a:solidFill>
                  <a:srgbClr val="4F6658"/>
                </a:solidFill>
              </a:defRPr>
            </a:lvl5pPr>
            <a:lvl6pPr>
              <a:defRPr sz="2850" b="0">
                <a:solidFill>
                  <a:srgbClr val="4F6658"/>
                </a:solidFill>
              </a:defRPr>
            </a:lvl6pPr>
            <a:lvl7pPr>
              <a:defRPr sz="2850" b="0">
                <a:solidFill>
                  <a:srgbClr val="4F6658"/>
                </a:solidFill>
              </a:defRPr>
            </a:lvl7pPr>
            <a:lvl8pPr>
              <a:defRPr sz="2850" b="0">
                <a:solidFill>
                  <a:srgbClr val="4F6658"/>
                </a:solidFill>
              </a:defRPr>
            </a:lvl8pPr>
            <a:lvl9pPr>
              <a:defRPr sz="2850" b="0">
                <a:solidFill>
                  <a:srgbClr val="4F6658"/>
                </a:solidFill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4F6658"/>
                </a:solidFill>
              </a:defRPr>
            </a:pPr>
            <a:r>
              <a:rPr sz="2850" b="0">
                <a:solidFill>
                  <a:srgbClr val="4F6658"/>
                </a:solidFill>
              </a:rPr>
              <a:t>どこで待つか。いつ動くか。</a:t>
            </a:r>
          </a:p>
          <a:p xmlns:a="http://schemas.openxmlformats.org/drawingml/2006/main">
            <a:pPr>
              <a:defRPr sz="2850" b="0">
                <a:solidFill>
                  <a:srgbClr val="4F6658"/>
                </a:solidFill>
              </a:defRPr>
            </a:pPr>
            <a:r>
              <a:rPr sz="2850" b="0">
                <a:solidFill>
                  <a:srgbClr val="4F6658"/>
                </a:solidFill>
              </a:rPr>
              <a:t>順番に確認しましょう。</a:t>
            </a:r>
          </a:p>
        </p:txBody>
      </p:sp>
    </p:spTree>
    <p:extLst>
      <p:ext uri="{BB962C8B-B14F-4D97-AF65-F5344CB8AC3E}">
        <p14:creationId xmlns:p14="http://schemas.microsoft.com/office/powerpoint/2010/main" val="3226202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40535-EB56-45E3-999F-5440CBE9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45540"/>
                </a:solidFill>
              </a:defRPr>
            </a:defPPr>
            <a:lvl1pPr>
              <a:defRPr sz="3600" b="1">
                <a:solidFill>
                  <a:srgbClr val="245540"/>
                </a:solidFill>
              </a:defRPr>
            </a:lvl1pPr>
            <a:lvl2pPr>
              <a:defRPr sz="3600" b="1">
                <a:solidFill>
                  <a:srgbClr val="245540"/>
                </a:solidFill>
              </a:defRPr>
            </a:lvl2pPr>
            <a:lvl3pPr>
              <a:defRPr sz="3600" b="1">
                <a:solidFill>
                  <a:srgbClr val="245540"/>
                </a:solidFill>
              </a:defRPr>
            </a:lvl3pPr>
            <a:lvl4pPr>
              <a:defRPr sz="3600" b="1">
                <a:solidFill>
                  <a:srgbClr val="245540"/>
                </a:solidFill>
              </a:defRPr>
            </a:lvl4pPr>
            <a:lvl5pPr>
              <a:defRPr sz="3600" b="1">
                <a:solidFill>
                  <a:srgbClr val="245540"/>
                </a:solidFill>
              </a:defRPr>
            </a:lvl5pPr>
            <a:lvl6pPr>
              <a:defRPr sz="3600" b="1">
                <a:solidFill>
                  <a:srgbClr val="245540"/>
                </a:solidFill>
              </a:defRPr>
            </a:lvl6pPr>
            <a:lvl7pPr>
              <a:defRPr sz="3600" b="1">
                <a:solidFill>
                  <a:srgbClr val="245540"/>
                </a:solidFill>
              </a:defRPr>
            </a:lvl7pPr>
            <a:lvl8pPr>
              <a:defRPr sz="3600" b="1">
                <a:solidFill>
                  <a:srgbClr val="245540"/>
                </a:solidFill>
              </a:defRPr>
            </a:lvl8pPr>
            <a:lvl9pPr>
              <a:defRPr sz="3600" b="1">
                <a:solidFill>
                  <a:srgbClr val="245540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540"/>
                </a:solidFill>
              </a:defRPr>
            </a:pPr>
            <a:r>
              <a:rPr sz="3600" b="1">
                <a:solidFill>
                  <a:srgbClr val="245540"/>
                </a:solidFill>
              </a:rPr>
              <a:t>式の流れ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8E020-BFFC-413A-A599-55E45125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484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45540"/>
                </a:solidFill>
              </a:defRPr>
            </a:defPPr>
            <a:lvl1pPr>
              <a:defRPr sz="1650" b="0">
                <a:solidFill>
                  <a:srgbClr val="245540"/>
                </a:solidFill>
              </a:defRPr>
            </a:lvl1pPr>
            <a:lvl2pPr>
              <a:defRPr sz="1650" b="0">
                <a:solidFill>
                  <a:srgbClr val="245540"/>
                </a:solidFill>
              </a:defRPr>
            </a:lvl2pPr>
            <a:lvl3pPr>
              <a:defRPr sz="1650" b="0">
                <a:solidFill>
                  <a:srgbClr val="245540"/>
                </a:solidFill>
              </a:defRPr>
            </a:lvl3pPr>
            <a:lvl4pPr>
              <a:defRPr sz="1650" b="0">
                <a:solidFill>
                  <a:srgbClr val="245540"/>
                </a:solidFill>
              </a:defRPr>
            </a:lvl4pPr>
            <a:lvl5pPr>
              <a:defRPr sz="1650" b="0">
                <a:solidFill>
                  <a:srgbClr val="245540"/>
                </a:solidFill>
              </a:defRPr>
            </a:lvl5pPr>
            <a:lvl6pPr>
              <a:defRPr sz="1650" b="0">
                <a:solidFill>
                  <a:srgbClr val="245540"/>
                </a:solidFill>
              </a:defRPr>
            </a:lvl6pPr>
            <a:lvl7pPr>
              <a:defRPr sz="1650" b="0">
                <a:solidFill>
                  <a:srgbClr val="245540"/>
                </a:solidFill>
              </a:defRPr>
            </a:lvl7pPr>
            <a:lvl8pPr>
              <a:defRPr sz="1650" b="0">
                <a:solidFill>
                  <a:srgbClr val="245540"/>
                </a:solidFill>
              </a:defRPr>
            </a:lvl8pPr>
            <a:lvl9pPr>
              <a:defRPr sz="1650" b="0">
                <a:solidFill>
                  <a:srgbClr val="2455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540"/>
                </a:solidFill>
              </a:defRPr>
            </a:pPr>
            <a:r>
              <a:rPr sz="1650" b="0">
                <a:solidFill>
                  <a:srgbClr val="245540"/>
                </a:solidFill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5019E-275F-4E9D-B3FD-531DB962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344E40"/>
                </a:solidFill>
              </a:defRPr>
            </a:defPPr>
            <a:lvl1pPr>
              <a:defRPr sz="3150" b="0">
                <a:solidFill>
                  <a:srgbClr val="344E40"/>
                </a:solidFill>
              </a:defRPr>
            </a:lvl1pPr>
            <a:lvl2pPr>
              <a:defRPr sz="3150" b="0">
                <a:solidFill>
                  <a:srgbClr val="344E40"/>
                </a:solidFill>
              </a:defRPr>
            </a:lvl2pPr>
            <a:lvl3pPr>
              <a:defRPr sz="3150" b="0">
                <a:solidFill>
                  <a:srgbClr val="344E40"/>
                </a:solidFill>
              </a:defRPr>
            </a:lvl3pPr>
            <a:lvl4pPr>
              <a:defRPr sz="3150" b="0">
                <a:solidFill>
                  <a:srgbClr val="344E40"/>
                </a:solidFill>
              </a:defRPr>
            </a:lvl4pPr>
            <a:lvl5pPr>
              <a:defRPr sz="3150" b="0">
                <a:solidFill>
                  <a:srgbClr val="344E40"/>
                </a:solidFill>
              </a:defRPr>
            </a:lvl5pPr>
            <a:lvl6pPr>
              <a:defRPr sz="3150" b="0">
                <a:solidFill>
                  <a:srgbClr val="344E40"/>
                </a:solidFill>
              </a:defRPr>
            </a:lvl6pPr>
            <a:lvl7pPr>
              <a:defRPr sz="3150" b="0">
                <a:solidFill>
                  <a:srgbClr val="344E40"/>
                </a:solidFill>
              </a:defRPr>
            </a:lvl7pPr>
            <a:lvl8pPr>
              <a:defRPr sz="3150" b="0">
                <a:solidFill>
                  <a:srgbClr val="344E40"/>
                </a:solidFill>
              </a:defRPr>
            </a:lvl8pPr>
            <a:lvl9pPr>
              <a:defRPr sz="3150" b="0">
                <a:solidFill>
                  <a:srgbClr val="344E40"/>
                </a:solidFill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344E40"/>
                </a:solidFill>
              </a:defRPr>
            </a:pPr>
            <a:r>
              <a:rPr sz="3150" b="0">
                <a:solidFill>
                  <a:srgbClr val="344E40"/>
                </a:solidFill>
              </a:rPr>
              <a:t>1　開式の言葉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1A1AC-112D-4CC9-A7F4-E39A6882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2887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344E40"/>
                </a:solidFill>
              </a:defRPr>
            </a:defPPr>
            <a:lvl1pPr>
              <a:defRPr sz="3150" b="0">
                <a:solidFill>
                  <a:srgbClr val="344E40"/>
                </a:solidFill>
              </a:defRPr>
            </a:lvl1pPr>
            <a:lvl2pPr>
              <a:defRPr sz="3150" b="0">
                <a:solidFill>
                  <a:srgbClr val="344E40"/>
                </a:solidFill>
              </a:defRPr>
            </a:lvl2pPr>
            <a:lvl3pPr>
              <a:defRPr sz="3150" b="0">
                <a:solidFill>
                  <a:srgbClr val="344E40"/>
                </a:solidFill>
              </a:defRPr>
            </a:lvl3pPr>
            <a:lvl4pPr>
              <a:defRPr sz="3150" b="0">
                <a:solidFill>
                  <a:srgbClr val="344E40"/>
                </a:solidFill>
              </a:defRPr>
            </a:lvl4pPr>
            <a:lvl5pPr>
              <a:defRPr sz="3150" b="0">
                <a:solidFill>
                  <a:srgbClr val="344E40"/>
                </a:solidFill>
              </a:defRPr>
            </a:lvl5pPr>
            <a:lvl6pPr>
              <a:defRPr sz="3150" b="0">
                <a:solidFill>
                  <a:srgbClr val="344E40"/>
                </a:solidFill>
              </a:defRPr>
            </a:lvl6pPr>
            <a:lvl7pPr>
              <a:defRPr sz="3150" b="0">
                <a:solidFill>
                  <a:srgbClr val="344E40"/>
                </a:solidFill>
              </a:defRPr>
            </a:lvl7pPr>
            <a:lvl8pPr>
              <a:defRPr sz="3150" b="0">
                <a:solidFill>
                  <a:srgbClr val="344E40"/>
                </a:solidFill>
              </a:defRPr>
            </a:lvl8pPr>
            <a:lvl9pPr>
              <a:defRPr sz="3150" b="0">
                <a:solidFill>
                  <a:srgbClr val="344E40"/>
                </a:solidFill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344E40"/>
                </a:solidFill>
              </a:defRPr>
            </a:pPr>
            <a:r>
              <a:rPr sz="3150" b="0">
                <a:solidFill>
                  <a:srgbClr val="344E40"/>
                </a:solidFill>
              </a:rPr>
              <a:t>2　校長先生のお話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70567-E0D8-4D7B-9287-EFFCAA46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A54716"/>
                </a:solidFill>
              </a:defRPr>
            </a:defPPr>
            <a:lvl1pPr>
              <a:defRPr sz="3150" b="1">
                <a:solidFill>
                  <a:srgbClr val="A54716"/>
                </a:solidFill>
              </a:defRPr>
            </a:lvl1pPr>
            <a:lvl2pPr>
              <a:defRPr sz="3150" b="1">
                <a:solidFill>
                  <a:srgbClr val="A54716"/>
                </a:solidFill>
              </a:defRPr>
            </a:lvl2pPr>
            <a:lvl3pPr>
              <a:defRPr sz="3150" b="1">
                <a:solidFill>
                  <a:srgbClr val="A54716"/>
                </a:solidFill>
              </a:defRPr>
            </a:lvl3pPr>
            <a:lvl4pPr>
              <a:defRPr sz="3150" b="1">
                <a:solidFill>
                  <a:srgbClr val="A54716"/>
                </a:solidFill>
              </a:defRPr>
            </a:lvl4pPr>
            <a:lvl5pPr>
              <a:defRPr sz="3150" b="1">
                <a:solidFill>
                  <a:srgbClr val="A54716"/>
                </a:solidFill>
              </a:defRPr>
            </a:lvl5pPr>
            <a:lvl6pPr>
              <a:defRPr sz="3150" b="1">
                <a:solidFill>
                  <a:srgbClr val="A54716"/>
                </a:solidFill>
              </a:defRPr>
            </a:lvl6pPr>
            <a:lvl7pPr>
              <a:defRPr sz="3150" b="1">
                <a:solidFill>
                  <a:srgbClr val="A54716"/>
                </a:solidFill>
              </a:defRPr>
            </a:lvl7pPr>
            <a:lvl8pPr>
              <a:defRPr sz="3150" b="1">
                <a:solidFill>
                  <a:srgbClr val="A54716"/>
                </a:solidFill>
              </a:defRPr>
            </a:lvl8pPr>
            <a:lvl9pPr>
              <a:defRPr sz="3150" b="1">
                <a:solidFill>
                  <a:srgbClr val="A54716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A54716"/>
                </a:solidFill>
              </a:defRPr>
            </a:pPr>
            <a:r>
              <a:rPr sz="3150" b="1">
                <a:solidFill>
                  <a:srgbClr val="A54716"/>
                </a:solidFill>
              </a:rPr>
              <a:t>3　立志の誓い（一人ずつ発表）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5EB36B-B629-4D43-9C13-4C91F49F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344E40"/>
                </a:solidFill>
              </a:defRPr>
            </a:defPPr>
            <a:lvl1pPr>
              <a:defRPr sz="3150" b="0">
                <a:solidFill>
                  <a:srgbClr val="344E40"/>
                </a:solidFill>
              </a:defRPr>
            </a:lvl1pPr>
            <a:lvl2pPr>
              <a:defRPr sz="3150" b="0">
                <a:solidFill>
                  <a:srgbClr val="344E40"/>
                </a:solidFill>
              </a:defRPr>
            </a:lvl2pPr>
            <a:lvl3pPr>
              <a:defRPr sz="3150" b="0">
                <a:solidFill>
                  <a:srgbClr val="344E40"/>
                </a:solidFill>
              </a:defRPr>
            </a:lvl3pPr>
            <a:lvl4pPr>
              <a:defRPr sz="3150" b="0">
                <a:solidFill>
                  <a:srgbClr val="344E40"/>
                </a:solidFill>
              </a:defRPr>
            </a:lvl4pPr>
            <a:lvl5pPr>
              <a:defRPr sz="3150" b="0">
                <a:solidFill>
                  <a:srgbClr val="344E40"/>
                </a:solidFill>
              </a:defRPr>
            </a:lvl5pPr>
            <a:lvl6pPr>
              <a:defRPr sz="3150" b="0">
                <a:solidFill>
                  <a:srgbClr val="344E40"/>
                </a:solidFill>
              </a:defRPr>
            </a:lvl6pPr>
            <a:lvl7pPr>
              <a:defRPr sz="3150" b="0">
                <a:solidFill>
                  <a:srgbClr val="344E40"/>
                </a:solidFill>
              </a:defRPr>
            </a:lvl7pPr>
            <a:lvl8pPr>
              <a:defRPr sz="3150" b="0">
                <a:solidFill>
                  <a:srgbClr val="344E40"/>
                </a:solidFill>
              </a:defRPr>
            </a:lvl8pPr>
            <a:lvl9pPr>
              <a:defRPr sz="3150" b="0">
                <a:solidFill>
                  <a:srgbClr val="344E40"/>
                </a:solidFill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344E40"/>
                </a:solidFill>
              </a:defRPr>
            </a:pPr>
            <a:r>
              <a:rPr sz="3150" b="0">
                <a:solidFill>
                  <a:srgbClr val="344E40"/>
                </a:solidFill>
              </a:rPr>
              <a:t>4　閉式の言葉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58B96-1551-46CE-924E-BA464683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1009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245540"/>
                </a:solidFill>
              </a:defRPr>
            </a:defPPr>
            <a:lvl1pPr>
              <a:defRPr sz="2700" b="1">
                <a:solidFill>
                  <a:srgbClr val="245540"/>
                </a:solidFill>
              </a:defRPr>
            </a:lvl1pPr>
            <a:lvl2pPr>
              <a:defRPr sz="2700" b="1">
                <a:solidFill>
                  <a:srgbClr val="245540"/>
                </a:solidFill>
              </a:defRPr>
            </a:lvl2pPr>
            <a:lvl3pPr>
              <a:defRPr sz="2700" b="1">
                <a:solidFill>
                  <a:srgbClr val="245540"/>
                </a:solidFill>
              </a:defRPr>
            </a:lvl3pPr>
            <a:lvl4pPr>
              <a:defRPr sz="2700" b="1">
                <a:solidFill>
                  <a:srgbClr val="245540"/>
                </a:solidFill>
              </a:defRPr>
            </a:lvl4pPr>
            <a:lvl5pPr>
              <a:defRPr sz="2700" b="1">
                <a:solidFill>
                  <a:srgbClr val="245540"/>
                </a:solidFill>
              </a:defRPr>
            </a:lvl5pPr>
            <a:lvl6pPr>
              <a:defRPr sz="2700" b="1">
                <a:solidFill>
                  <a:srgbClr val="245540"/>
                </a:solidFill>
              </a:defRPr>
            </a:lvl6pPr>
            <a:lvl7pPr>
              <a:defRPr sz="2700" b="1">
                <a:solidFill>
                  <a:srgbClr val="245540"/>
                </a:solidFill>
              </a:defRPr>
            </a:lvl7pPr>
            <a:lvl8pPr>
              <a:defRPr sz="2700" b="1">
                <a:solidFill>
                  <a:srgbClr val="245540"/>
                </a:solidFill>
              </a:defRPr>
            </a:lvl8pPr>
            <a:lvl9pPr>
              <a:defRPr sz="2700" b="1">
                <a:solidFill>
                  <a:srgbClr val="245540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5540"/>
                </a:solidFill>
              </a:defRPr>
            </a:pPr>
            <a:r>
              <a:rPr sz="2700" b="1">
                <a:solidFill>
                  <a:srgbClr val="245540"/>
                </a:solidFill>
              </a:rPr>
              <a:t>友達の発表は、静かに聞きます。</a:t>
            </a:r>
          </a:p>
        </p:txBody>
      </p:sp>
    </p:spTree>
    <p:extLst>
      <p:ext uri="{BB962C8B-B14F-4D97-AF65-F5344CB8AC3E}">
        <p14:creationId xmlns:p14="http://schemas.microsoft.com/office/powerpoint/2010/main" val="2849578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45C9A-03BF-4BA3-BF11-3153E86F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45540"/>
                </a:solidFill>
              </a:defRPr>
            </a:defPPr>
            <a:lvl1pPr>
              <a:defRPr sz="3600" b="1">
                <a:solidFill>
                  <a:srgbClr val="245540"/>
                </a:solidFill>
              </a:defRPr>
            </a:lvl1pPr>
            <a:lvl2pPr>
              <a:defRPr sz="3600" b="1">
                <a:solidFill>
                  <a:srgbClr val="245540"/>
                </a:solidFill>
              </a:defRPr>
            </a:lvl2pPr>
            <a:lvl3pPr>
              <a:defRPr sz="3600" b="1">
                <a:solidFill>
                  <a:srgbClr val="245540"/>
                </a:solidFill>
              </a:defRPr>
            </a:lvl3pPr>
            <a:lvl4pPr>
              <a:defRPr sz="3600" b="1">
                <a:solidFill>
                  <a:srgbClr val="245540"/>
                </a:solidFill>
              </a:defRPr>
            </a:lvl4pPr>
            <a:lvl5pPr>
              <a:defRPr sz="3600" b="1">
                <a:solidFill>
                  <a:srgbClr val="245540"/>
                </a:solidFill>
              </a:defRPr>
            </a:lvl5pPr>
            <a:lvl6pPr>
              <a:defRPr sz="3600" b="1">
                <a:solidFill>
                  <a:srgbClr val="245540"/>
                </a:solidFill>
              </a:defRPr>
            </a:lvl6pPr>
            <a:lvl7pPr>
              <a:defRPr sz="3600" b="1">
                <a:solidFill>
                  <a:srgbClr val="245540"/>
                </a:solidFill>
              </a:defRPr>
            </a:lvl7pPr>
            <a:lvl8pPr>
              <a:defRPr sz="3600" b="1">
                <a:solidFill>
                  <a:srgbClr val="245540"/>
                </a:solidFill>
              </a:defRPr>
            </a:lvl8pPr>
            <a:lvl9pPr>
              <a:defRPr sz="3600" b="1">
                <a:solidFill>
                  <a:srgbClr val="245540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540"/>
                </a:solidFill>
              </a:defRPr>
            </a:pPr>
            <a:r>
              <a:rPr sz="3600" b="1">
                <a:solidFill>
                  <a:srgbClr val="245540"/>
                </a:solidFill>
              </a:rPr>
              <a:t>体育館での座り方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57283-0C5D-4CE8-A796-70D584EB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484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45540"/>
                </a:solidFill>
              </a:defRPr>
            </a:defPPr>
            <a:lvl1pPr>
              <a:defRPr sz="1650" b="0">
                <a:solidFill>
                  <a:srgbClr val="245540"/>
                </a:solidFill>
              </a:defRPr>
            </a:lvl1pPr>
            <a:lvl2pPr>
              <a:defRPr sz="1650" b="0">
                <a:solidFill>
                  <a:srgbClr val="245540"/>
                </a:solidFill>
              </a:defRPr>
            </a:lvl2pPr>
            <a:lvl3pPr>
              <a:defRPr sz="1650" b="0">
                <a:solidFill>
                  <a:srgbClr val="245540"/>
                </a:solidFill>
              </a:defRPr>
            </a:lvl3pPr>
            <a:lvl4pPr>
              <a:defRPr sz="1650" b="0">
                <a:solidFill>
                  <a:srgbClr val="245540"/>
                </a:solidFill>
              </a:defRPr>
            </a:lvl4pPr>
            <a:lvl5pPr>
              <a:defRPr sz="1650" b="0">
                <a:solidFill>
                  <a:srgbClr val="245540"/>
                </a:solidFill>
              </a:defRPr>
            </a:lvl5pPr>
            <a:lvl6pPr>
              <a:defRPr sz="1650" b="0">
                <a:solidFill>
                  <a:srgbClr val="245540"/>
                </a:solidFill>
              </a:defRPr>
            </a:lvl6pPr>
            <a:lvl7pPr>
              <a:defRPr sz="1650" b="0">
                <a:solidFill>
                  <a:srgbClr val="245540"/>
                </a:solidFill>
              </a:defRPr>
            </a:lvl7pPr>
            <a:lvl8pPr>
              <a:defRPr sz="1650" b="0">
                <a:solidFill>
                  <a:srgbClr val="245540"/>
                </a:solidFill>
              </a:defRPr>
            </a:lvl8pPr>
            <a:lvl9pPr>
              <a:defRPr sz="1650" b="0">
                <a:solidFill>
                  <a:srgbClr val="2455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540"/>
                </a:solidFill>
              </a:defRPr>
            </a:pPr>
            <a:r>
              <a:rPr sz="1650" b="0">
                <a:solidFill>
                  <a:srgbClr val="245540"/>
                </a:solidFill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0BD77-FCA0-4BE4-8740-B6744DC8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A54716"/>
                </a:solidFill>
              </a:defRPr>
            </a:defPPr>
            <a:lvl1pPr>
              <a:defRPr sz="3000" b="1">
                <a:solidFill>
                  <a:srgbClr val="A54716"/>
                </a:solidFill>
              </a:defRPr>
            </a:lvl1pPr>
            <a:lvl2pPr>
              <a:defRPr sz="3000" b="1">
                <a:solidFill>
                  <a:srgbClr val="A54716"/>
                </a:solidFill>
              </a:defRPr>
            </a:lvl2pPr>
            <a:lvl3pPr>
              <a:defRPr sz="3000" b="1">
                <a:solidFill>
                  <a:srgbClr val="A54716"/>
                </a:solidFill>
              </a:defRPr>
            </a:lvl3pPr>
            <a:lvl4pPr>
              <a:defRPr sz="3000" b="1">
                <a:solidFill>
                  <a:srgbClr val="A54716"/>
                </a:solidFill>
              </a:defRPr>
            </a:lvl4pPr>
            <a:lvl5pPr>
              <a:defRPr sz="3000" b="1">
                <a:solidFill>
                  <a:srgbClr val="A54716"/>
                </a:solidFill>
              </a:defRPr>
            </a:lvl5pPr>
            <a:lvl6pPr>
              <a:defRPr sz="3000" b="1">
                <a:solidFill>
                  <a:srgbClr val="A54716"/>
                </a:solidFill>
              </a:defRPr>
            </a:lvl6pPr>
            <a:lvl7pPr>
              <a:defRPr sz="3000" b="1">
                <a:solidFill>
                  <a:srgbClr val="A54716"/>
                </a:solidFill>
              </a:defRPr>
            </a:lvl7pPr>
            <a:lvl8pPr>
              <a:defRPr sz="3000" b="1">
                <a:solidFill>
                  <a:srgbClr val="A54716"/>
                </a:solidFill>
              </a:defRPr>
            </a:lvl8pPr>
            <a:lvl9pPr>
              <a:defRPr sz="3000" b="1">
                <a:solidFill>
                  <a:srgbClr val="A54716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A54716"/>
                </a:solidFill>
              </a:defRPr>
            </a:pPr>
            <a:r>
              <a:rPr sz="3000" b="1">
                <a:solidFill>
                  <a:srgbClr val="A54716"/>
                </a:solidFill>
              </a:rPr>
              <a:t>椅子を持って入場します。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DE2EB-5A2C-44AF-BE12-A3A03370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860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45540"/>
                </a:solidFill>
              </a:defRPr>
            </a:defPPr>
            <a:lvl1pPr>
              <a:defRPr sz="2850" b="1">
                <a:solidFill>
                  <a:srgbClr val="245540"/>
                </a:solidFill>
              </a:defRPr>
            </a:lvl1pPr>
            <a:lvl2pPr>
              <a:defRPr sz="2850" b="1">
                <a:solidFill>
                  <a:srgbClr val="245540"/>
                </a:solidFill>
              </a:defRPr>
            </a:lvl2pPr>
            <a:lvl3pPr>
              <a:defRPr sz="2850" b="1">
                <a:solidFill>
                  <a:srgbClr val="245540"/>
                </a:solidFill>
              </a:defRPr>
            </a:lvl3pPr>
            <a:lvl4pPr>
              <a:defRPr sz="2850" b="1">
                <a:solidFill>
                  <a:srgbClr val="245540"/>
                </a:solidFill>
              </a:defRPr>
            </a:lvl4pPr>
            <a:lvl5pPr>
              <a:defRPr sz="2850" b="1">
                <a:solidFill>
                  <a:srgbClr val="245540"/>
                </a:solidFill>
              </a:defRPr>
            </a:lvl5pPr>
            <a:lvl6pPr>
              <a:defRPr sz="2850" b="1">
                <a:solidFill>
                  <a:srgbClr val="245540"/>
                </a:solidFill>
              </a:defRPr>
            </a:lvl6pPr>
            <a:lvl7pPr>
              <a:defRPr sz="2850" b="1">
                <a:solidFill>
                  <a:srgbClr val="245540"/>
                </a:solidFill>
              </a:defRPr>
            </a:lvl7pPr>
            <a:lvl8pPr>
              <a:defRPr sz="2850" b="1">
                <a:solidFill>
                  <a:srgbClr val="245540"/>
                </a:solidFill>
              </a:defRPr>
            </a:lvl8pPr>
            <a:lvl9pPr>
              <a:defRPr sz="2850" b="1">
                <a:solidFill>
                  <a:srgbClr val="245540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45540"/>
                </a:solidFill>
              </a:defRPr>
            </a:pPr>
            <a:r>
              <a:rPr sz="2850" b="1">
                <a:solidFill>
                  <a:srgbClr val="245540"/>
                </a:solidFill>
              </a:rPr>
              <a:t>ステージ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DD435-2925-42C9-8AFE-D70D47CA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90875"/>
            <a:ext cx="419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45540"/>
                </a:solidFill>
              </a:defRPr>
            </a:defPPr>
            <a:lvl1pPr>
              <a:defRPr sz="2850" b="1">
                <a:solidFill>
                  <a:srgbClr val="245540"/>
                </a:solidFill>
              </a:defRPr>
            </a:lvl1pPr>
            <a:lvl2pPr>
              <a:defRPr sz="2850" b="1">
                <a:solidFill>
                  <a:srgbClr val="245540"/>
                </a:solidFill>
              </a:defRPr>
            </a:lvl2pPr>
            <a:lvl3pPr>
              <a:defRPr sz="2850" b="1">
                <a:solidFill>
                  <a:srgbClr val="245540"/>
                </a:solidFill>
              </a:defRPr>
            </a:lvl3pPr>
            <a:lvl4pPr>
              <a:defRPr sz="2850" b="1">
                <a:solidFill>
                  <a:srgbClr val="245540"/>
                </a:solidFill>
              </a:defRPr>
            </a:lvl4pPr>
            <a:lvl5pPr>
              <a:defRPr sz="2850" b="1">
                <a:solidFill>
                  <a:srgbClr val="245540"/>
                </a:solidFill>
              </a:defRPr>
            </a:lvl5pPr>
            <a:lvl6pPr>
              <a:defRPr sz="2850" b="1">
                <a:solidFill>
                  <a:srgbClr val="245540"/>
                </a:solidFill>
              </a:defRPr>
            </a:lvl6pPr>
            <a:lvl7pPr>
              <a:defRPr sz="2850" b="1">
                <a:solidFill>
                  <a:srgbClr val="245540"/>
                </a:solidFill>
              </a:defRPr>
            </a:lvl7pPr>
            <a:lvl8pPr>
              <a:defRPr sz="2850" b="1">
                <a:solidFill>
                  <a:srgbClr val="245540"/>
                </a:solidFill>
              </a:defRPr>
            </a:lvl8pPr>
            <a:lvl9pPr>
              <a:defRPr sz="2850" b="1">
                <a:solidFill>
                  <a:srgbClr val="245540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45540"/>
                </a:solidFill>
              </a:defRPr>
            </a:pPr>
            <a:r>
              <a:rPr sz="2850" b="1">
                <a:solidFill>
                  <a:srgbClr val="245540"/>
                </a:solidFill>
              </a:rPr>
              <a:t>偶数の人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5317E-BCF1-467B-8B8F-38B9EB8F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90875"/>
            <a:ext cx="419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45540"/>
                </a:solidFill>
              </a:defRPr>
            </a:defPPr>
            <a:lvl1pPr>
              <a:defRPr sz="2850" b="1">
                <a:solidFill>
                  <a:srgbClr val="245540"/>
                </a:solidFill>
              </a:defRPr>
            </a:lvl1pPr>
            <a:lvl2pPr>
              <a:defRPr sz="2850" b="1">
                <a:solidFill>
                  <a:srgbClr val="245540"/>
                </a:solidFill>
              </a:defRPr>
            </a:lvl2pPr>
            <a:lvl3pPr>
              <a:defRPr sz="2850" b="1">
                <a:solidFill>
                  <a:srgbClr val="245540"/>
                </a:solidFill>
              </a:defRPr>
            </a:lvl3pPr>
            <a:lvl4pPr>
              <a:defRPr sz="2850" b="1">
                <a:solidFill>
                  <a:srgbClr val="245540"/>
                </a:solidFill>
              </a:defRPr>
            </a:lvl4pPr>
            <a:lvl5pPr>
              <a:defRPr sz="2850" b="1">
                <a:solidFill>
                  <a:srgbClr val="245540"/>
                </a:solidFill>
              </a:defRPr>
            </a:lvl5pPr>
            <a:lvl6pPr>
              <a:defRPr sz="2850" b="1">
                <a:solidFill>
                  <a:srgbClr val="245540"/>
                </a:solidFill>
              </a:defRPr>
            </a:lvl6pPr>
            <a:lvl7pPr>
              <a:defRPr sz="2850" b="1">
                <a:solidFill>
                  <a:srgbClr val="245540"/>
                </a:solidFill>
              </a:defRPr>
            </a:lvl7pPr>
            <a:lvl8pPr>
              <a:defRPr sz="2850" b="1">
                <a:solidFill>
                  <a:srgbClr val="245540"/>
                </a:solidFill>
              </a:defRPr>
            </a:lvl8pPr>
            <a:lvl9pPr>
              <a:defRPr sz="2850" b="1">
                <a:solidFill>
                  <a:srgbClr val="245540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45540"/>
                </a:solidFill>
              </a:defRPr>
            </a:pPr>
            <a:r>
              <a:rPr sz="2850" b="1">
                <a:solidFill>
                  <a:srgbClr val="245540"/>
                </a:solidFill>
              </a:rPr>
              <a:t>奇数の人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FB58D-2175-424B-BB42-F212BF72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5287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44E40"/>
                </a:solidFill>
              </a:defRPr>
            </a:defPPr>
            <a:lvl1pPr>
              <a:defRPr sz="2250" b="0">
                <a:solidFill>
                  <a:srgbClr val="344E40"/>
                </a:solidFill>
              </a:defRPr>
            </a:lvl1pPr>
            <a:lvl2pPr>
              <a:defRPr sz="2250" b="0">
                <a:solidFill>
                  <a:srgbClr val="344E40"/>
                </a:solidFill>
              </a:defRPr>
            </a:lvl2pPr>
            <a:lvl3pPr>
              <a:defRPr sz="2250" b="0">
                <a:solidFill>
                  <a:srgbClr val="344E40"/>
                </a:solidFill>
              </a:defRPr>
            </a:lvl3pPr>
            <a:lvl4pPr>
              <a:defRPr sz="2250" b="0">
                <a:solidFill>
                  <a:srgbClr val="344E40"/>
                </a:solidFill>
              </a:defRPr>
            </a:lvl4pPr>
            <a:lvl5pPr>
              <a:defRPr sz="2250" b="0">
                <a:solidFill>
                  <a:srgbClr val="344E40"/>
                </a:solidFill>
              </a:defRPr>
            </a:lvl5pPr>
            <a:lvl6pPr>
              <a:defRPr sz="2250" b="0">
                <a:solidFill>
                  <a:srgbClr val="344E40"/>
                </a:solidFill>
              </a:defRPr>
            </a:lvl6pPr>
            <a:lvl7pPr>
              <a:defRPr sz="2250" b="0">
                <a:solidFill>
                  <a:srgbClr val="344E40"/>
                </a:solidFill>
              </a:defRPr>
            </a:lvl7pPr>
            <a:lvl8pPr>
              <a:defRPr sz="2250" b="0">
                <a:solidFill>
                  <a:srgbClr val="344E40"/>
                </a:solidFill>
              </a:defRPr>
            </a:lvl8pPr>
            <a:lvl9pPr>
              <a:defRPr sz="2250" b="0">
                <a:solidFill>
                  <a:srgbClr val="344E40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44E40"/>
                </a:solidFill>
              </a:defRPr>
            </a:pPr>
            <a:r>
              <a:rPr sz="2250" b="0">
                <a:solidFill>
                  <a:srgbClr val="344E40"/>
                </a:solidFill>
              </a:rPr>
              <a:t>2  4  6  8  10  12  14</a:t>
            </a:r>
          </a:p>
          <a:p xmlns:a="http://schemas.openxmlformats.org/drawingml/2006/main">
            <a:pPr>
              <a:defRPr sz="2250" b="0">
                <a:solidFill>
                  <a:srgbClr val="344E40"/>
                </a:solidFill>
              </a:defRPr>
            </a:pPr>
            <a:r>
              <a:rPr sz="2250" b="0">
                <a:solidFill>
                  <a:srgbClr val="344E40"/>
                </a:solidFill>
              </a:rPr>
              <a:t>16  18  20  22  24  26  28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830CC-B197-408D-91F6-7746B8CF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5287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44E40"/>
                </a:solidFill>
              </a:defRPr>
            </a:defPPr>
            <a:lvl1pPr>
              <a:defRPr sz="2250" b="0">
                <a:solidFill>
                  <a:srgbClr val="344E40"/>
                </a:solidFill>
              </a:defRPr>
            </a:lvl1pPr>
            <a:lvl2pPr>
              <a:defRPr sz="2250" b="0">
                <a:solidFill>
                  <a:srgbClr val="344E40"/>
                </a:solidFill>
              </a:defRPr>
            </a:lvl2pPr>
            <a:lvl3pPr>
              <a:defRPr sz="2250" b="0">
                <a:solidFill>
                  <a:srgbClr val="344E40"/>
                </a:solidFill>
              </a:defRPr>
            </a:lvl3pPr>
            <a:lvl4pPr>
              <a:defRPr sz="2250" b="0">
                <a:solidFill>
                  <a:srgbClr val="344E40"/>
                </a:solidFill>
              </a:defRPr>
            </a:lvl4pPr>
            <a:lvl5pPr>
              <a:defRPr sz="2250" b="0">
                <a:solidFill>
                  <a:srgbClr val="344E40"/>
                </a:solidFill>
              </a:defRPr>
            </a:lvl5pPr>
            <a:lvl6pPr>
              <a:defRPr sz="2250" b="0">
                <a:solidFill>
                  <a:srgbClr val="344E40"/>
                </a:solidFill>
              </a:defRPr>
            </a:lvl6pPr>
            <a:lvl7pPr>
              <a:defRPr sz="2250" b="0">
                <a:solidFill>
                  <a:srgbClr val="344E40"/>
                </a:solidFill>
              </a:defRPr>
            </a:lvl7pPr>
            <a:lvl8pPr>
              <a:defRPr sz="2250" b="0">
                <a:solidFill>
                  <a:srgbClr val="344E40"/>
                </a:solidFill>
              </a:defRPr>
            </a:lvl8pPr>
            <a:lvl9pPr>
              <a:defRPr sz="2250" b="0">
                <a:solidFill>
                  <a:srgbClr val="344E40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44E40"/>
                </a:solidFill>
              </a:defRPr>
            </a:pPr>
            <a:r>
              <a:rPr sz="2250" b="0">
                <a:solidFill>
                  <a:srgbClr val="344E40"/>
                </a:solidFill>
              </a:rPr>
              <a:t>13  11  9  7  5  3  1</a:t>
            </a:r>
          </a:p>
          <a:p xmlns:a="http://schemas.openxmlformats.org/drawingml/2006/main">
            <a:pPr>
              <a:defRPr sz="2250" b="0">
                <a:solidFill>
                  <a:srgbClr val="344E40"/>
                </a:solidFill>
              </a:defRPr>
            </a:pPr>
            <a:r>
              <a:rPr sz="2250" b="0">
                <a:solidFill>
                  <a:srgbClr val="344E40"/>
                </a:solidFill>
              </a:rPr>
              <a:t>27  25  23  21  19  17  15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436E7-2119-4652-B94B-24B5C6AD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A54716"/>
                </a:solidFill>
              </a:defRPr>
            </a:defPPr>
            <a:lvl1pPr>
              <a:defRPr sz="2700" b="1">
                <a:solidFill>
                  <a:srgbClr val="A54716"/>
                </a:solidFill>
              </a:defRPr>
            </a:lvl1pPr>
            <a:lvl2pPr>
              <a:defRPr sz="2700" b="1">
                <a:solidFill>
                  <a:srgbClr val="A54716"/>
                </a:solidFill>
              </a:defRPr>
            </a:lvl2pPr>
            <a:lvl3pPr>
              <a:defRPr sz="2700" b="1">
                <a:solidFill>
                  <a:srgbClr val="A54716"/>
                </a:solidFill>
              </a:defRPr>
            </a:lvl3pPr>
            <a:lvl4pPr>
              <a:defRPr sz="2700" b="1">
                <a:solidFill>
                  <a:srgbClr val="A54716"/>
                </a:solidFill>
              </a:defRPr>
            </a:lvl4pPr>
            <a:lvl5pPr>
              <a:defRPr sz="2700" b="1">
                <a:solidFill>
                  <a:srgbClr val="A54716"/>
                </a:solidFill>
              </a:defRPr>
            </a:lvl5pPr>
            <a:lvl6pPr>
              <a:defRPr sz="2700" b="1">
                <a:solidFill>
                  <a:srgbClr val="A54716"/>
                </a:solidFill>
              </a:defRPr>
            </a:lvl6pPr>
            <a:lvl7pPr>
              <a:defRPr sz="2700" b="1">
                <a:solidFill>
                  <a:srgbClr val="A54716"/>
                </a:solidFill>
              </a:defRPr>
            </a:lvl7pPr>
            <a:lvl8pPr>
              <a:defRPr sz="2700" b="1">
                <a:solidFill>
                  <a:srgbClr val="A54716"/>
                </a:solidFill>
              </a:defRPr>
            </a:lvl8pPr>
            <a:lvl9pPr>
              <a:defRPr sz="2700" b="1">
                <a:solidFill>
                  <a:srgbClr val="A54716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54716"/>
                </a:solidFill>
              </a:defRPr>
            </a:pPr>
            <a:r>
              <a:rPr sz="2700" b="1">
                <a:solidFill>
                  <a:srgbClr val="A54716"/>
                </a:solidFill>
              </a:rPr>
              <a:t>学年集会とは並び方が違います。</a:t>
            </a:r>
          </a:p>
        </p:txBody>
      </p:sp>
    </p:spTree>
    <p:extLst>
      <p:ext uri="{BB962C8B-B14F-4D97-AF65-F5344CB8AC3E}">
        <p14:creationId xmlns:p14="http://schemas.microsoft.com/office/powerpoint/2010/main" val="4682237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6A08E-C1B5-4EFE-B1C0-0A6CEF92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45540"/>
                </a:solidFill>
              </a:defRPr>
            </a:defPPr>
            <a:lvl1pPr>
              <a:defRPr sz="3600" b="1">
                <a:solidFill>
                  <a:srgbClr val="245540"/>
                </a:solidFill>
              </a:defRPr>
            </a:lvl1pPr>
            <a:lvl2pPr>
              <a:defRPr sz="3600" b="1">
                <a:solidFill>
                  <a:srgbClr val="245540"/>
                </a:solidFill>
              </a:defRPr>
            </a:lvl2pPr>
            <a:lvl3pPr>
              <a:defRPr sz="3600" b="1">
                <a:solidFill>
                  <a:srgbClr val="245540"/>
                </a:solidFill>
              </a:defRPr>
            </a:lvl3pPr>
            <a:lvl4pPr>
              <a:defRPr sz="3600" b="1">
                <a:solidFill>
                  <a:srgbClr val="245540"/>
                </a:solidFill>
              </a:defRPr>
            </a:lvl4pPr>
            <a:lvl5pPr>
              <a:defRPr sz="3600" b="1">
                <a:solidFill>
                  <a:srgbClr val="245540"/>
                </a:solidFill>
              </a:defRPr>
            </a:lvl5pPr>
            <a:lvl6pPr>
              <a:defRPr sz="3600" b="1">
                <a:solidFill>
                  <a:srgbClr val="245540"/>
                </a:solidFill>
              </a:defRPr>
            </a:lvl6pPr>
            <a:lvl7pPr>
              <a:defRPr sz="3600" b="1">
                <a:solidFill>
                  <a:srgbClr val="245540"/>
                </a:solidFill>
              </a:defRPr>
            </a:lvl7pPr>
            <a:lvl8pPr>
              <a:defRPr sz="3600" b="1">
                <a:solidFill>
                  <a:srgbClr val="245540"/>
                </a:solidFill>
              </a:defRPr>
            </a:lvl8pPr>
            <a:lvl9pPr>
              <a:defRPr sz="3600" b="1">
                <a:solidFill>
                  <a:srgbClr val="245540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540"/>
                </a:solidFill>
              </a:defRPr>
            </a:pPr>
            <a:r>
              <a:rPr sz="3600" b="1">
                <a:solidFill>
                  <a:srgbClr val="245540"/>
                </a:solidFill>
              </a:rPr>
              <a:t>発表前の待ち方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B19BF-2B7C-46E9-A723-1DCE7C2A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484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45540"/>
                </a:solidFill>
              </a:defRPr>
            </a:defPPr>
            <a:lvl1pPr>
              <a:defRPr sz="1650" b="0">
                <a:solidFill>
                  <a:srgbClr val="245540"/>
                </a:solidFill>
              </a:defRPr>
            </a:lvl1pPr>
            <a:lvl2pPr>
              <a:defRPr sz="1650" b="0">
                <a:solidFill>
                  <a:srgbClr val="245540"/>
                </a:solidFill>
              </a:defRPr>
            </a:lvl2pPr>
            <a:lvl3pPr>
              <a:defRPr sz="1650" b="0">
                <a:solidFill>
                  <a:srgbClr val="245540"/>
                </a:solidFill>
              </a:defRPr>
            </a:lvl3pPr>
            <a:lvl4pPr>
              <a:defRPr sz="1650" b="0">
                <a:solidFill>
                  <a:srgbClr val="245540"/>
                </a:solidFill>
              </a:defRPr>
            </a:lvl4pPr>
            <a:lvl5pPr>
              <a:defRPr sz="1650" b="0">
                <a:solidFill>
                  <a:srgbClr val="245540"/>
                </a:solidFill>
              </a:defRPr>
            </a:lvl5pPr>
            <a:lvl6pPr>
              <a:defRPr sz="1650" b="0">
                <a:solidFill>
                  <a:srgbClr val="245540"/>
                </a:solidFill>
              </a:defRPr>
            </a:lvl6pPr>
            <a:lvl7pPr>
              <a:defRPr sz="1650" b="0">
                <a:solidFill>
                  <a:srgbClr val="245540"/>
                </a:solidFill>
              </a:defRPr>
            </a:lvl7pPr>
            <a:lvl8pPr>
              <a:defRPr sz="1650" b="0">
                <a:solidFill>
                  <a:srgbClr val="245540"/>
                </a:solidFill>
              </a:defRPr>
            </a:lvl8pPr>
            <a:lvl9pPr>
              <a:defRPr sz="1650" b="0">
                <a:solidFill>
                  <a:srgbClr val="2455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540"/>
                </a:solidFill>
              </a:defRPr>
            </a:pPr>
            <a:r>
              <a:rPr sz="1650" b="0">
                <a:solidFill>
                  <a:srgbClr val="245540"/>
                </a:solidFill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556B8-C03E-4C23-A1DE-CC509A53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0">
                <a:solidFill>
                  <a:srgbClr val="344E40"/>
                </a:solidFill>
              </a:defRPr>
            </a:defPPr>
            <a:lvl1pPr>
              <a:defRPr sz="2775" b="0">
                <a:solidFill>
                  <a:srgbClr val="344E40"/>
                </a:solidFill>
              </a:defRPr>
            </a:lvl1pPr>
            <a:lvl2pPr>
              <a:defRPr sz="2775" b="0">
                <a:solidFill>
                  <a:srgbClr val="344E40"/>
                </a:solidFill>
              </a:defRPr>
            </a:lvl2pPr>
            <a:lvl3pPr>
              <a:defRPr sz="2775" b="0">
                <a:solidFill>
                  <a:srgbClr val="344E40"/>
                </a:solidFill>
              </a:defRPr>
            </a:lvl3pPr>
            <a:lvl4pPr>
              <a:defRPr sz="2775" b="0">
                <a:solidFill>
                  <a:srgbClr val="344E40"/>
                </a:solidFill>
              </a:defRPr>
            </a:lvl4pPr>
            <a:lvl5pPr>
              <a:defRPr sz="2775" b="0">
                <a:solidFill>
                  <a:srgbClr val="344E40"/>
                </a:solidFill>
              </a:defRPr>
            </a:lvl5pPr>
            <a:lvl6pPr>
              <a:defRPr sz="2775" b="0">
                <a:solidFill>
                  <a:srgbClr val="344E40"/>
                </a:solidFill>
              </a:defRPr>
            </a:lvl6pPr>
            <a:lvl7pPr>
              <a:defRPr sz="2775" b="0">
                <a:solidFill>
                  <a:srgbClr val="344E40"/>
                </a:solidFill>
              </a:defRPr>
            </a:lvl7pPr>
            <a:lvl8pPr>
              <a:defRPr sz="2775" b="0">
                <a:solidFill>
                  <a:srgbClr val="344E40"/>
                </a:solidFill>
              </a:defRPr>
            </a:lvl8pPr>
            <a:lvl9pPr>
              <a:defRPr sz="2775" b="0">
                <a:solidFill>
                  <a:srgbClr val="344E40"/>
                </a:solidFill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344E40"/>
                </a:solidFill>
              </a:defRPr>
            </a:pPr>
            <a:r>
              <a:rPr sz="2775" b="0">
                <a:solidFill>
                  <a:srgbClr val="344E40"/>
                </a:solidFill>
              </a:rPr>
              <a:t>最初は①〜⑤が、左右の入口からステージへ。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8D056-AD25-4993-81D4-F9E8B69A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5540"/>
                </a:solidFill>
              </a:defRPr>
            </a:defPPr>
            <a:lvl1pPr>
              <a:defRPr sz="3300" b="1">
                <a:solidFill>
                  <a:srgbClr val="245540"/>
                </a:solidFill>
              </a:defRPr>
            </a:lvl1pPr>
            <a:lvl2pPr>
              <a:defRPr sz="3300" b="1">
                <a:solidFill>
                  <a:srgbClr val="245540"/>
                </a:solidFill>
              </a:defRPr>
            </a:lvl2pPr>
            <a:lvl3pPr>
              <a:defRPr sz="3300" b="1">
                <a:solidFill>
                  <a:srgbClr val="245540"/>
                </a:solidFill>
              </a:defRPr>
            </a:lvl3pPr>
            <a:lvl4pPr>
              <a:defRPr sz="3300" b="1">
                <a:solidFill>
                  <a:srgbClr val="245540"/>
                </a:solidFill>
              </a:defRPr>
            </a:lvl4pPr>
            <a:lvl5pPr>
              <a:defRPr sz="3300" b="1">
                <a:solidFill>
                  <a:srgbClr val="245540"/>
                </a:solidFill>
              </a:defRPr>
            </a:lvl5pPr>
            <a:lvl6pPr>
              <a:defRPr sz="3300" b="1">
                <a:solidFill>
                  <a:srgbClr val="245540"/>
                </a:solidFill>
              </a:defRPr>
            </a:lvl6pPr>
            <a:lvl7pPr>
              <a:defRPr sz="3300" b="1">
                <a:solidFill>
                  <a:srgbClr val="245540"/>
                </a:solidFill>
              </a:defRPr>
            </a:lvl7pPr>
            <a:lvl8pPr>
              <a:defRPr sz="3300" b="1">
                <a:solidFill>
                  <a:srgbClr val="245540"/>
                </a:solidFill>
              </a:defRPr>
            </a:lvl8pPr>
            <a:lvl9pPr>
              <a:defRPr sz="3300" b="1">
                <a:solidFill>
                  <a:srgbClr val="245540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5540"/>
                </a:solidFill>
              </a:defRPr>
            </a:pPr>
            <a:r>
              <a:rPr sz="3300" b="1">
                <a:solidFill>
                  <a:srgbClr val="245540"/>
                </a:solidFill>
              </a:rPr>
              <a:t>①・②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D36DE-BB3D-487C-BA9D-85B668CC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344E40"/>
                </a:solidFill>
              </a:defRPr>
            </a:defPPr>
            <a:lvl1pPr>
              <a:defRPr sz="3000" b="0">
                <a:solidFill>
                  <a:srgbClr val="344E40"/>
                </a:solidFill>
              </a:defRPr>
            </a:lvl1pPr>
            <a:lvl2pPr>
              <a:defRPr sz="3000" b="0">
                <a:solidFill>
                  <a:srgbClr val="344E40"/>
                </a:solidFill>
              </a:defRPr>
            </a:lvl2pPr>
            <a:lvl3pPr>
              <a:defRPr sz="3000" b="0">
                <a:solidFill>
                  <a:srgbClr val="344E40"/>
                </a:solidFill>
              </a:defRPr>
            </a:lvl3pPr>
            <a:lvl4pPr>
              <a:defRPr sz="3000" b="0">
                <a:solidFill>
                  <a:srgbClr val="344E40"/>
                </a:solidFill>
              </a:defRPr>
            </a:lvl4pPr>
            <a:lvl5pPr>
              <a:defRPr sz="3000" b="0">
                <a:solidFill>
                  <a:srgbClr val="344E40"/>
                </a:solidFill>
              </a:defRPr>
            </a:lvl5pPr>
            <a:lvl6pPr>
              <a:defRPr sz="3000" b="0">
                <a:solidFill>
                  <a:srgbClr val="344E40"/>
                </a:solidFill>
              </a:defRPr>
            </a:lvl6pPr>
            <a:lvl7pPr>
              <a:defRPr sz="3000" b="0">
                <a:solidFill>
                  <a:srgbClr val="344E40"/>
                </a:solidFill>
              </a:defRPr>
            </a:lvl7pPr>
            <a:lvl8pPr>
              <a:defRPr sz="3000" b="0">
                <a:solidFill>
                  <a:srgbClr val="344E40"/>
                </a:solidFill>
              </a:defRPr>
            </a:lvl8pPr>
            <a:lvl9pPr>
              <a:defRPr sz="3000" b="0">
                <a:solidFill>
                  <a:srgbClr val="344E40"/>
                </a:solidFill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344E40"/>
                </a:solidFill>
              </a:defRPr>
            </a:pPr>
            <a:r>
              <a:rPr sz="3000" b="0">
                <a:solidFill>
                  <a:srgbClr val="344E40"/>
                </a:solidFill>
              </a:rPr>
              <a:t>マイクの後ろで、気をつけ。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4C8AA-4E46-4A26-A04B-125A76CC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5540"/>
                </a:solidFill>
              </a:defRPr>
            </a:defPPr>
            <a:lvl1pPr>
              <a:defRPr sz="3300" b="1">
                <a:solidFill>
                  <a:srgbClr val="245540"/>
                </a:solidFill>
              </a:defRPr>
            </a:lvl1pPr>
            <a:lvl2pPr>
              <a:defRPr sz="3300" b="1">
                <a:solidFill>
                  <a:srgbClr val="245540"/>
                </a:solidFill>
              </a:defRPr>
            </a:lvl2pPr>
            <a:lvl3pPr>
              <a:defRPr sz="3300" b="1">
                <a:solidFill>
                  <a:srgbClr val="245540"/>
                </a:solidFill>
              </a:defRPr>
            </a:lvl3pPr>
            <a:lvl4pPr>
              <a:defRPr sz="3300" b="1">
                <a:solidFill>
                  <a:srgbClr val="245540"/>
                </a:solidFill>
              </a:defRPr>
            </a:lvl4pPr>
            <a:lvl5pPr>
              <a:defRPr sz="3300" b="1">
                <a:solidFill>
                  <a:srgbClr val="245540"/>
                </a:solidFill>
              </a:defRPr>
            </a:lvl5pPr>
            <a:lvl6pPr>
              <a:defRPr sz="3300" b="1">
                <a:solidFill>
                  <a:srgbClr val="245540"/>
                </a:solidFill>
              </a:defRPr>
            </a:lvl6pPr>
            <a:lvl7pPr>
              <a:defRPr sz="3300" b="1">
                <a:solidFill>
                  <a:srgbClr val="245540"/>
                </a:solidFill>
              </a:defRPr>
            </a:lvl7pPr>
            <a:lvl8pPr>
              <a:defRPr sz="3300" b="1">
                <a:solidFill>
                  <a:srgbClr val="245540"/>
                </a:solidFill>
              </a:defRPr>
            </a:lvl8pPr>
            <a:lvl9pPr>
              <a:defRPr sz="3300" b="1">
                <a:solidFill>
                  <a:srgbClr val="245540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5540"/>
                </a:solidFill>
              </a:defRPr>
            </a:pPr>
            <a:r>
              <a:rPr sz="3300" b="1">
                <a:solidFill>
                  <a:srgbClr val="245540"/>
                </a:solidFill>
              </a:rPr>
              <a:t>③・④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3EDA7-3B06-4DFA-A16C-6F1B3CB7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242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344E40"/>
                </a:solidFill>
              </a:defRPr>
            </a:defPPr>
            <a:lvl1pPr>
              <a:defRPr sz="3000" b="0">
                <a:solidFill>
                  <a:srgbClr val="344E40"/>
                </a:solidFill>
              </a:defRPr>
            </a:lvl1pPr>
            <a:lvl2pPr>
              <a:defRPr sz="3000" b="0">
                <a:solidFill>
                  <a:srgbClr val="344E40"/>
                </a:solidFill>
              </a:defRPr>
            </a:lvl2pPr>
            <a:lvl3pPr>
              <a:defRPr sz="3000" b="0">
                <a:solidFill>
                  <a:srgbClr val="344E40"/>
                </a:solidFill>
              </a:defRPr>
            </a:lvl3pPr>
            <a:lvl4pPr>
              <a:defRPr sz="3000" b="0">
                <a:solidFill>
                  <a:srgbClr val="344E40"/>
                </a:solidFill>
              </a:defRPr>
            </a:lvl4pPr>
            <a:lvl5pPr>
              <a:defRPr sz="3000" b="0">
                <a:solidFill>
                  <a:srgbClr val="344E40"/>
                </a:solidFill>
              </a:defRPr>
            </a:lvl5pPr>
            <a:lvl6pPr>
              <a:defRPr sz="3000" b="0">
                <a:solidFill>
                  <a:srgbClr val="344E40"/>
                </a:solidFill>
              </a:defRPr>
            </a:lvl6pPr>
            <a:lvl7pPr>
              <a:defRPr sz="3000" b="0">
                <a:solidFill>
                  <a:srgbClr val="344E40"/>
                </a:solidFill>
              </a:defRPr>
            </a:lvl7pPr>
            <a:lvl8pPr>
              <a:defRPr sz="3000" b="0">
                <a:solidFill>
                  <a:srgbClr val="344E40"/>
                </a:solidFill>
              </a:defRPr>
            </a:lvl8pPr>
            <a:lvl9pPr>
              <a:defRPr sz="3000" b="0">
                <a:solidFill>
                  <a:srgbClr val="344E40"/>
                </a:solidFill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344E40"/>
                </a:solidFill>
              </a:defRPr>
            </a:pPr>
            <a:r>
              <a:rPr sz="3000" b="0">
                <a:solidFill>
                  <a:srgbClr val="344E40"/>
                </a:solidFill>
              </a:rPr>
              <a:t>①・②の後ろで待ちます。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A4B30-4FA3-4245-A137-AC9ECFEB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A54716"/>
                </a:solidFill>
              </a:defRPr>
            </a:defPPr>
            <a:lvl1pPr>
              <a:defRPr sz="3300" b="1">
                <a:solidFill>
                  <a:srgbClr val="A54716"/>
                </a:solidFill>
              </a:defRPr>
            </a:lvl1pPr>
            <a:lvl2pPr>
              <a:defRPr sz="3300" b="1">
                <a:solidFill>
                  <a:srgbClr val="A54716"/>
                </a:solidFill>
              </a:defRPr>
            </a:lvl2pPr>
            <a:lvl3pPr>
              <a:defRPr sz="3300" b="1">
                <a:solidFill>
                  <a:srgbClr val="A54716"/>
                </a:solidFill>
              </a:defRPr>
            </a:lvl3pPr>
            <a:lvl4pPr>
              <a:defRPr sz="3300" b="1">
                <a:solidFill>
                  <a:srgbClr val="A54716"/>
                </a:solidFill>
              </a:defRPr>
            </a:lvl4pPr>
            <a:lvl5pPr>
              <a:defRPr sz="3300" b="1">
                <a:solidFill>
                  <a:srgbClr val="A54716"/>
                </a:solidFill>
              </a:defRPr>
            </a:lvl5pPr>
            <a:lvl6pPr>
              <a:defRPr sz="3300" b="1">
                <a:solidFill>
                  <a:srgbClr val="A54716"/>
                </a:solidFill>
              </a:defRPr>
            </a:lvl6pPr>
            <a:lvl7pPr>
              <a:defRPr sz="3300" b="1">
                <a:solidFill>
                  <a:srgbClr val="A54716"/>
                </a:solidFill>
              </a:defRPr>
            </a:lvl7pPr>
            <a:lvl8pPr>
              <a:defRPr sz="3300" b="1">
                <a:solidFill>
                  <a:srgbClr val="A54716"/>
                </a:solidFill>
              </a:defRPr>
            </a:lvl8pPr>
            <a:lvl9pPr>
              <a:defRPr sz="3300" b="1">
                <a:solidFill>
                  <a:srgbClr val="A54716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A54716"/>
                </a:solidFill>
              </a:defRPr>
            </a:pPr>
            <a:r>
              <a:rPr sz="3300" b="1">
                <a:solidFill>
                  <a:srgbClr val="A54716"/>
                </a:solidFill>
              </a:rPr>
              <a:t>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B9B09-A944-4101-B7AA-EC06276F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720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A54716"/>
                </a:solidFill>
              </a:defRPr>
            </a:defPPr>
            <a:lvl1pPr>
              <a:defRPr sz="2850" b="1">
                <a:solidFill>
                  <a:srgbClr val="A54716"/>
                </a:solidFill>
              </a:defRPr>
            </a:lvl1pPr>
            <a:lvl2pPr>
              <a:defRPr sz="2850" b="1">
                <a:solidFill>
                  <a:srgbClr val="A54716"/>
                </a:solidFill>
              </a:defRPr>
            </a:lvl2pPr>
            <a:lvl3pPr>
              <a:defRPr sz="2850" b="1">
                <a:solidFill>
                  <a:srgbClr val="A54716"/>
                </a:solidFill>
              </a:defRPr>
            </a:lvl3pPr>
            <a:lvl4pPr>
              <a:defRPr sz="2850" b="1">
                <a:solidFill>
                  <a:srgbClr val="A54716"/>
                </a:solidFill>
              </a:defRPr>
            </a:lvl4pPr>
            <a:lvl5pPr>
              <a:defRPr sz="2850" b="1">
                <a:solidFill>
                  <a:srgbClr val="A54716"/>
                </a:solidFill>
              </a:defRPr>
            </a:lvl5pPr>
            <a:lvl6pPr>
              <a:defRPr sz="2850" b="1">
                <a:solidFill>
                  <a:srgbClr val="A54716"/>
                </a:solidFill>
              </a:defRPr>
            </a:lvl6pPr>
            <a:lvl7pPr>
              <a:defRPr sz="2850" b="1">
                <a:solidFill>
                  <a:srgbClr val="A54716"/>
                </a:solidFill>
              </a:defRPr>
            </a:lvl7pPr>
            <a:lvl8pPr>
              <a:defRPr sz="2850" b="1">
                <a:solidFill>
                  <a:srgbClr val="A54716"/>
                </a:solidFill>
              </a:defRPr>
            </a:lvl8pPr>
            <a:lvl9pPr>
              <a:defRPr sz="2850" b="1">
                <a:solidFill>
                  <a:srgbClr val="A5471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A54716"/>
                </a:solidFill>
              </a:defRPr>
            </a:pPr>
            <a:r>
              <a:rPr sz="2850" b="1">
                <a:solidFill>
                  <a:srgbClr val="A54716"/>
                </a:solidFill>
              </a:rPr>
              <a:t>袖（ステージの横）で待ちます。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DFE7A-D166-48A4-9EFF-0C5E69A1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344E40"/>
                </a:solidFill>
              </a:defRPr>
            </a:defPPr>
            <a:lvl1pPr>
              <a:defRPr sz="2400" b="0">
                <a:solidFill>
                  <a:srgbClr val="344E40"/>
                </a:solidFill>
              </a:defRPr>
            </a:lvl1pPr>
            <a:lvl2pPr>
              <a:defRPr sz="2400" b="0">
                <a:solidFill>
                  <a:srgbClr val="344E40"/>
                </a:solidFill>
              </a:defRPr>
            </a:lvl2pPr>
            <a:lvl3pPr>
              <a:defRPr sz="2400" b="0">
                <a:solidFill>
                  <a:srgbClr val="344E40"/>
                </a:solidFill>
              </a:defRPr>
            </a:lvl3pPr>
            <a:lvl4pPr>
              <a:defRPr sz="2400" b="0">
                <a:solidFill>
                  <a:srgbClr val="344E40"/>
                </a:solidFill>
              </a:defRPr>
            </a:lvl4pPr>
            <a:lvl5pPr>
              <a:defRPr sz="2400" b="0">
                <a:solidFill>
                  <a:srgbClr val="344E40"/>
                </a:solidFill>
              </a:defRPr>
            </a:lvl5pPr>
            <a:lvl6pPr>
              <a:defRPr sz="2400" b="0">
                <a:solidFill>
                  <a:srgbClr val="344E40"/>
                </a:solidFill>
              </a:defRPr>
            </a:lvl6pPr>
            <a:lvl7pPr>
              <a:defRPr sz="2400" b="0">
                <a:solidFill>
                  <a:srgbClr val="344E40"/>
                </a:solidFill>
              </a:defRPr>
            </a:lvl7pPr>
            <a:lvl8pPr>
              <a:defRPr sz="2400" b="0">
                <a:solidFill>
                  <a:srgbClr val="344E40"/>
                </a:solidFill>
              </a:defRPr>
            </a:lvl8pPr>
            <a:lvl9pPr>
              <a:defRPr sz="2400" b="0">
                <a:solidFill>
                  <a:srgbClr val="344E40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44E40"/>
                </a:solidFill>
              </a:defRPr>
            </a:pPr>
            <a:r>
              <a:rPr sz="2400" b="0">
                <a:solidFill>
                  <a:srgbClr val="344E40"/>
                </a:solidFill>
              </a:rPr>
              <a:t>マイクは2本。階段はマイクの外側です。</a:t>
            </a:r>
          </a:p>
        </p:txBody>
      </p:sp>
    </p:spTree>
    <p:extLst>
      <p:ext uri="{BB962C8B-B14F-4D97-AF65-F5344CB8AC3E}">
        <p14:creationId xmlns:p14="http://schemas.microsoft.com/office/powerpoint/2010/main" val="14030468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2ECC8-93C3-4250-88C4-C9853C93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45540"/>
                </a:solidFill>
              </a:defRPr>
            </a:defPPr>
            <a:lvl1pPr>
              <a:defRPr sz="3600" b="1">
                <a:solidFill>
                  <a:srgbClr val="245540"/>
                </a:solidFill>
              </a:defRPr>
            </a:lvl1pPr>
            <a:lvl2pPr>
              <a:defRPr sz="3600" b="1">
                <a:solidFill>
                  <a:srgbClr val="245540"/>
                </a:solidFill>
              </a:defRPr>
            </a:lvl2pPr>
            <a:lvl3pPr>
              <a:defRPr sz="3600" b="1">
                <a:solidFill>
                  <a:srgbClr val="245540"/>
                </a:solidFill>
              </a:defRPr>
            </a:lvl3pPr>
            <a:lvl4pPr>
              <a:defRPr sz="3600" b="1">
                <a:solidFill>
                  <a:srgbClr val="245540"/>
                </a:solidFill>
              </a:defRPr>
            </a:lvl4pPr>
            <a:lvl5pPr>
              <a:defRPr sz="3600" b="1">
                <a:solidFill>
                  <a:srgbClr val="245540"/>
                </a:solidFill>
              </a:defRPr>
            </a:lvl5pPr>
            <a:lvl6pPr>
              <a:defRPr sz="3600" b="1">
                <a:solidFill>
                  <a:srgbClr val="245540"/>
                </a:solidFill>
              </a:defRPr>
            </a:lvl6pPr>
            <a:lvl7pPr>
              <a:defRPr sz="3600" b="1">
                <a:solidFill>
                  <a:srgbClr val="245540"/>
                </a:solidFill>
              </a:defRPr>
            </a:lvl7pPr>
            <a:lvl8pPr>
              <a:defRPr sz="3600" b="1">
                <a:solidFill>
                  <a:srgbClr val="245540"/>
                </a:solidFill>
              </a:defRPr>
            </a:lvl8pPr>
            <a:lvl9pPr>
              <a:defRPr sz="3600" b="1">
                <a:solidFill>
                  <a:srgbClr val="245540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540"/>
                </a:solidFill>
              </a:defRPr>
            </a:pPr>
            <a:r>
              <a:rPr sz="3600" b="1">
                <a:solidFill>
                  <a:srgbClr val="245540"/>
                </a:solidFill>
              </a:rPr>
              <a:t>名前を呼ばれたら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4C888-7296-4428-95FC-47914D4C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484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45540"/>
                </a:solidFill>
              </a:defRPr>
            </a:defPPr>
            <a:lvl1pPr>
              <a:defRPr sz="1650" b="0">
                <a:solidFill>
                  <a:srgbClr val="245540"/>
                </a:solidFill>
              </a:defRPr>
            </a:lvl1pPr>
            <a:lvl2pPr>
              <a:defRPr sz="1650" b="0">
                <a:solidFill>
                  <a:srgbClr val="245540"/>
                </a:solidFill>
              </a:defRPr>
            </a:lvl2pPr>
            <a:lvl3pPr>
              <a:defRPr sz="1650" b="0">
                <a:solidFill>
                  <a:srgbClr val="245540"/>
                </a:solidFill>
              </a:defRPr>
            </a:lvl3pPr>
            <a:lvl4pPr>
              <a:defRPr sz="1650" b="0">
                <a:solidFill>
                  <a:srgbClr val="245540"/>
                </a:solidFill>
              </a:defRPr>
            </a:lvl4pPr>
            <a:lvl5pPr>
              <a:defRPr sz="1650" b="0">
                <a:solidFill>
                  <a:srgbClr val="245540"/>
                </a:solidFill>
              </a:defRPr>
            </a:lvl5pPr>
            <a:lvl6pPr>
              <a:defRPr sz="1650" b="0">
                <a:solidFill>
                  <a:srgbClr val="245540"/>
                </a:solidFill>
              </a:defRPr>
            </a:lvl6pPr>
            <a:lvl7pPr>
              <a:defRPr sz="1650" b="0">
                <a:solidFill>
                  <a:srgbClr val="245540"/>
                </a:solidFill>
              </a:defRPr>
            </a:lvl7pPr>
            <a:lvl8pPr>
              <a:defRPr sz="1650" b="0">
                <a:solidFill>
                  <a:srgbClr val="245540"/>
                </a:solidFill>
              </a:defRPr>
            </a:lvl8pPr>
            <a:lvl9pPr>
              <a:defRPr sz="1650" b="0">
                <a:solidFill>
                  <a:srgbClr val="2455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540"/>
                </a:solidFill>
              </a:defRPr>
            </a:pPr>
            <a:r>
              <a:rPr sz="1650" b="0">
                <a:solidFill>
                  <a:srgbClr val="245540"/>
                </a:solidFill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0DECB-A59F-4341-9491-6002C5B5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5540"/>
                </a:solidFill>
              </a:defRPr>
            </a:defPPr>
            <a:lvl1pPr>
              <a:defRPr sz="3150" b="1">
                <a:solidFill>
                  <a:srgbClr val="245540"/>
                </a:solidFill>
              </a:defRPr>
            </a:lvl1pPr>
            <a:lvl2pPr>
              <a:defRPr sz="3150" b="1">
                <a:solidFill>
                  <a:srgbClr val="245540"/>
                </a:solidFill>
              </a:defRPr>
            </a:lvl2pPr>
            <a:lvl3pPr>
              <a:defRPr sz="3150" b="1">
                <a:solidFill>
                  <a:srgbClr val="245540"/>
                </a:solidFill>
              </a:defRPr>
            </a:lvl3pPr>
            <a:lvl4pPr>
              <a:defRPr sz="3150" b="1">
                <a:solidFill>
                  <a:srgbClr val="245540"/>
                </a:solidFill>
              </a:defRPr>
            </a:lvl4pPr>
            <a:lvl5pPr>
              <a:defRPr sz="3150" b="1">
                <a:solidFill>
                  <a:srgbClr val="245540"/>
                </a:solidFill>
              </a:defRPr>
            </a:lvl5pPr>
            <a:lvl6pPr>
              <a:defRPr sz="3150" b="1">
                <a:solidFill>
                  <a:srgbClr val="245540"/>
                </a:solidFill>
              </a:defRPr>
            </a:lvl6pPr>
            <a:lvl7pPr>
              <a:defRPr sz="3150" b="1">
                <a:solidFill>
                  <a:srgbClr val="245540"/>
                </a:solidFill>
              </a:defRPr>
            </a:lvl7pPr>
            <a:lvl8pPr>
              <a:defRPr sz="3150" b="1">
                <a:solidFill>
                  <a:srgbClr val="245540"/>
                </a:solidFill>
              </a:defRPr>
            </a:lvl8pPr>
            <a:lvl9pPr>
              <a:defRPr sz="3150" b="1">
                <a:solidFill>
                  <a:srgbClr val="245540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5540"/>
                </a:solidFill>
              </a:defRPr>
            </a:pPr>
            <a:r>
              <a:rPr sz="3150" b="1">
                <a:solidFill>
                  <a:srgbClr val="245540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C0284-94E8-4B58-BBB0-A6A921C8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476375"/>
            <a:ext cx="962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344E40"/>
                </a:solidFill>
              </a:defRPr>
            </a:defPPr>
            <a:lvl1pPr>
              <a:defRPr sz="3000" b="0">
                <a:solidFill>
                  <a:srgbClr val="344E40"/>
                </a:solidFill>
              </a:defRPr>
            </a:lvl1pPr>
            <a:lvl2pPr>
              <a:defRPr sz="3000" b="0">
                <a:solidFill>
                  <a:srgbClr val="344E40"/>
                </a:solidFill>
              </a:defRPr>
            </a:lvl2pPr>
            <a:lvl3pPr>
              <a:defRPr sz="3000" b="0">
                <a:solidFill>
                  <a:srgbClr val="344E40"/>
                </a:solidFill>
              </a:defRPr>
            </a:lvl3pPr>
            <a:lvl4pPr>
              <a:defRPr sz="3000" b="0">
                <a:solidFill>
                  <a:srgbClr val="344E40"/>
                </a:solidFill>
              </a:defRPr>
            </a:lvl4pPr>
            <a:lvl5pPr>
              <a:defRPr sz="3000" b="0">
                <a:solidFill>
                  <a:srgbClr val="344E40"/>
                </a:solidFill>
              </a:defRPr>
            </a:lvl5pPr>
            <a:lvl6pPr>
              <a:defRPr sz="3000" b="0">
                <a:solidFill>
                  <a:srgbClr val="344E40"/>
                </a:solidFill>
              </a:defRPr>
            </a:lvl6pPr>
            <a:lvl7pPr>
              <a:defRPr sz="3000" b="0">
                <a:solidFill>
                  <a:srgbClr val="344E40"/>
                </a:solidFill>
              </a:defRPr>
            </a:lvl7pPr>
            <a:lvl8pPr>
              <a:defRPr sz="3000" b="0">
                <a:solidFill>
                  <a:srgbClr val="344E40"/>
                </a:solidFill>
              </a:defRPr>
            </a:lvl8pPr>
            <a:lvl9pPr>
              <a:defRPr sz="3000" b="0">
                <a:solidFill>
                  <a:srgbClr val="344E40"/>
                </a:solidFill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344E40"/>
                </a:solidFill>
              </a:defRPr>
            </a:pPr>
            <a:r>
              <a:rPr sz="3000" b="0">
                <a:solidFill>
                  <a:srgbClr val="344E40"/>
                </a:solidFill>
              </a:rPr>
              <a:t>「はい！」とはっきり返事。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3D871-E73C-41AD-AEA7-74115AE2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5540"/>
                </a:solidFill>
              </a:defRPr>
            </a:defPPr>
            <a:lvl1pPr>
              <a:defRPr sz="3150" b="1">
                <a:solidFill>
                  <a:srgbClr val="245540"/>
                </a:solidFill>
              </a:defRPr>
            </a:lvl1pPr>
            <a:lvl2pPr>
              <a:defRPr sz="3150" b="1">
                <a:solidFill>
                  <a:srgbClr val="245540"/>
                </a:solidFill>
              </a:defRPr>
            </a:lvl2pPr>
            <a:lvl3pPr>
              <a:defRPr sz="3150" b="1">
                <a:solidFill>
                  <a:srgbClr val="245540"/>
                </a:solidFill>
              </a:defRPr>
            </a:lvl3pPr>
            <a:lvl4pPr>
              <a:defRPr sz="3150" b="1">
                <a:solidFill>
                  <a:srgbClr val="245540"/>
                </a:solidFill>
              </a:defRPr>
            </a:lvl4pPr>
            <a:lvl5pPr>
              <a:defRPr sz="3150" b="1">
                <a:solidFill>
                  <a:srgbClr val="245540"/>
                </a:solidFill>
              </a:defRPr>
            </a:lvl5pPr>
            <a:lvl6pPr>
              <a:defRPr sz="3150" b="1">
                <a:solidFill>
                  <a:srgbClr val="245540"/>
                </a:solidFill>
              </a:defRPr>
            </a:lvl6pPr>
            <a:lvl7pPr>
              <a:defRPr sz="3150" b="1">
                <a:solidFill>
                  <a:srgbClr val="245540"/>
                </a:solidFill>
              </a:defRPr>
            </a:lvl7pPr>
            <a:lvl8pPr>
              <a:defRPr sz="3150" b="1">
                <a:solidFill>
                  <a:srgbClr val="245540"/>
                </a:solidFill>
              </a:defRPr>
            </a:lvl8pPr>
            <a:lvl9pPr>
              <a:defRPr sz="3150" b="1">
                <a:solidFill>
                  <a:srgbClr val="245540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5540"/>
                </a:solidFill>
              </a:defRPr>
            </a:pPr>
            <a:r>
              <a:rPr sz="3150" b="1">
                <a:solidFill>
                  <a:srgbClr val="245540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004EF-2D34-48BC-BE2A-6F1D5014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428875"/>
            <a:ext cx="962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344E40"/>
                </a:solidFill>
              </a:defRPr>
            </a:defPPr>
            <a:lvl1pPr>
              <a:defRPr sz="3000" b="0">
                <a:solidFill>
                  <a:srgbClr val="344E40"/>
                </a:solidFill>
              </a:defRPr>
            </a:lvl1pPr>
            <a:lvl2pPr>
              <a:defRPr sz="3000" b="0">
                <a:solidFill>
                  <a:srgbClr val="344E40"/>
                </a:solidFill>
              </a:defRPr>
            </a:lvl2pPr>
            <a:lvl3pPr>
              <a:defRPr sz="3000" b="0">
                <a:solidFill>
                  <a:srgbClr val="344E40"/>
                </a:solidFill>
              </a:defRPr>
            </a:lvl3pPr>
            <a:lvl4pPr>
              <a:defRPr sz="3000" b="0">
                <a:solidFill>
                  <a:srgbClr val="344E40"/>
                </a:solidFill>
              </a:defRPr>
            </a:lvl4pPr>
            <a:lvl5pPr>
              <a:defRPr sz="3000" b="0">
                <a:solidFill>
                  <a:srgbClr val="344E40"/>
                </a:solidFill>
              </a:defRPr>
            </a:lvl5pPr>
            <a:lvl6pPr>
              <a:defRPr sz="3000" b="0">
                <a:solidFill>
                  <a:srgbClr val="344E40"/>
                </a:solidFill>
              </a:defRPr>
            </a:lvl6pPr>
            <a:lvl7pPr>
              <a:defRPr sz="3000" b="0">
                <a:solidFill>
                  <a:srgbClr val="344E40"/>
                </a:solidFill>
              </a:defRPr>
            </a:lvl7pPr>
            <a:lvl8pPr>
              <a:defRPr sz="3000" b="0">
                <a:solidFill>
                  <a:srgbClr val="344E40"/>
                </a:solidFill>
              </a:defRPr>
            </a:lvl8pPr>
            <a:lvl9pPr>
              <a:defRPr sz="3000" b="0">
                <a:solidFill>
                  <a:srgbClr val="344E40"/>
                </a:solidFill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344E40"/>
                </a:solidFill>
              </a:defRPr>
            </a:pPr>
            <a:r>
              <a:rPr sz="3000" b="0">
                <a:solidFill>
                  <a:srgbClr val="344E40"/>
                </a:solidFill>
              </a:rPr>
              <a:t>マイクのところで一礼。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C2383-484C-4A9F-AD5E-4D36CBC4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5540"/>
                </a:solidFill>
              </a:defRPr>
            </a:defPPr>
            <a:lvl1pPr>
              <a:defRPr sz="3150" b="1">
                <a:solidFill>
                  <a:srgbClr val="245540"/>
                </a:solidFill>
              </a:defRPr>
            </a:lvl1pPr>
            <a:lvl2pPr>
              <a:defRPr sz="3150" b="1">
                <a:solidFill>
                  <a:srgbClr val="245540"/>
                </a:solidFill>
              </a:defRPr>
            </a:lvl2pPr>
            <a:lvl3pPr>
              <a:defRPr sz="3150" b="1">
                <a:solidFill>
                  <a:srgbClr val="245540"/>
                </a:solidFill>
              </a:defRPr>
            </a:lvl3pPr>
            <a:lvl4pPr>
              <a:defRPr sz="3150" b="1">
                <a:solidFill>
                  <a:srgbClr val="245540"/>
                </a:solidFill>
              </a:defRPr>
            </a:lvl4pPr>
            <a:lvl5pPr>
              <a:defRPr sz="3150" b="1">
                <a:solidFill>
                  <a:srgbClr val="245540"/>
                </a:solidFill>
              </a:defRPr>
            </a:lvl5pPr>
            <a:lvl6pPr>
              <a:defRPr sz="3150" b="1">
                <a:solidFill>
                  <a:srgbClr val="245540"/>
                </a:solidFill>
              </a:defRPr>
            </a:lvl6pPr>
            <a:lvl7pPr>
              <a:defRPr sz="3150" b="1">
                <a:solidFill>
                  <a:srgbClr val="245540"/>
                </a:solidFill>
              </a:defRPr>
            </a:lvl7pPr>
            <a:lvl8pPr>
              <a:defRPr sz="3150" b="1">
                <a:solidFill>
                  <a:srgbClr val="245540"/>
                </a:solidFill>
              </a:defRPr>
            </a:lvl8pPr>
            <a:lvl9pPr>
              <a:defRPr sz="3150" b="1">
                <a:solidFill>
                  <a:srgbClr val="245540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5540"/>
                </a:solidFill>
              </a:defRPr>
            </a:pPr>
            <a:r>
              <a:rPr sz="3150" b="1">
                <a:solidFill>
                  <a:srgbClr val="245540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097362-83F4-4E1C-8668-9104FF5E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381375"/>
            <a:ext cx="962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344E40"/>
                </a:solidFill>
              </a:defRPr>
            </a:defPPr>
            <a:lvl1pPr>
              <a:defRPr sz="3000" b="0">
                <a:solidFill>
                  <a:srgbClr val="344E40"/>
                </a:solidFill>
              </a:defRPr>
            </a:lvl1pPr>
            <a:lvl2pPr>
              <a:defRPr sz="3000" b="0">
                <a:solidFill>
                  <a:srgbClr val="344E40"/>
                </a:solidFill>
              </a:defRPr>
            </a:lvl2pPr>
            <a:lvl3pPr>
              <a:defRPr sz="3000" b="0">
                <a:solidFill>
                  <a:srgbClr val="344E40"/>
                </a:solidFill>
              </a:defRPr>
            </a:lvl3pPr>
            <a:lvl4pPr>
              <a:defRPr sz="3000" b="0">
                <a:solidFill>
                  <a:srgbClr val="344E40"/>
                </a:solidFill>
              </a:defRPr>
            </a:lvl4pPr>
            <a:lvl5pPr>
              <a:defRPr sz="3000" b="0">
                <a:solidFill>
                  <a:srgbClr val="344E40"/>
                </a:solidFill>
              </a:defRPr>
            </a:lvl5pPr>
            <a:lvl6pPr>
              <a:defRPr sz="3000" b="0">
                <a:solidFill>
                  <a:srgbClr val="344E40"/>
                </a:solidFill>
              </a:defRPr>
            </a:lvl6pPr>
            <a:lvl7pPr>
              <a:defRPr sz="3000" b="0">
                <a:solidFill>
                  <a:srgbClr val="344E40"/>
                </a:solidFill>
              </a:defRPr>
            </a:lvl7pPr>
            <a:lvl8pPr>
              <a:defRPr sz="3000" b="0">
                <a:solidFill>
                  <a:srgbClr val="344E40"/>
                </a:solidFill>
              </a:defRPr>
            </a:lvl8pPr>
            <a:lvl9pPr>
              <a:defRPr sz="3000" b="0">
                <a:solidFill>
                  <a:srgbClr val="344E40"/>
                </a:solidFill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344E40"/>
                </a:solidFill>
              </a:defRPr>
            </a:pPr>
            <a:r>
              <a:rPr sz="3000" b="0">
                <a:solidFill>
                  <a:srgbClr val="344E40"/>
                </a:solidFill>
              </a:rPr>
              <a:t>覚えた「立志の誓い」を発表。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DA58E-0BC6-40AF-AF37-61E9682E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5540"/>
                </a:solidFill>
              </a:defRPr>
            </a:defPPr>
            <a:lvl1pPr>
              <a:defRPr sz="3150" b="1">
                <a:solidFill>
                  <a:srgbClr val="245540"/>
                </a:solidFill>
              </a:defRPr>
            </a:lvl1pPr>
            <a:lvl2pPr>
              <a:defRPr sz="3150" b="1">
                <a:solidFill>
                  <a:srgbClr val="245540"/>
                </a:solidFill>
              </a:defRPr>
            </a:lvl2pPr>
            <a:lvl3pPr>
              <a:defRPr sz="3150" b="1">
                <a:solidFill>
                  <a:srgbClr val="245540"/>
                </a:solidFill>
              </a:defRPr>
            </a:lvl3pPr>
            <a:lvl4pPr>
              <a:defRPr sz="3150" b="1">
                <a:solidFill>
                  <a:srgbClr val="245540"/>
                </a:solidFill>
              </a:defRPr>
            </a:lvl4pPr>
            <a:lvl5pPr>
              <a:defRPr sz="3150" b="1">
                <a:solidFill>
                  <a:srgbClr val="245540"/>
                </a:solidFill>
              </a:defRPr>
            </a:lvl5pPr>
            <a:lvl6pPr>
              <a:defRPr sz="3150" b="1">
                <a:solidFill>
                  <a:srgbClr val="245540"/>
                </a:solidFill>
              </a:defRPr>
            </a:lvl6pPr>
            <a:lvl7pPr>
              <a:defRPr sz="3150" b="1">
                <a:solidFill>
                  <a:srgbClr val="245540"/>
                </a:solidFill>
              </a:defRPr>
            </a:lvl7pPr>
            <a:lvl8pPr>
              <a:defRPr sz="3150" b="1">
                <a:solidFill>
                  <a:srgbClr val="245540"/>
                </a:solidFill>
              </a:defRPr>
            </a:lvl8pPr>
            <a:lvl9pPr>
              <a:defRPr sz="3150" b="1">
                <a:solidFill>
                  <a:srgbClr val="245540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5540"/>
                </a:solidFill>
              </a:defRPr>
            </a:pPr>
            <a:r>
              <a:rPr sz="3150" b="1">
                <a:solidFill>
                  <a:srgbClr val="245540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FDDF2-E7F0-485C-8C2B-068FC655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333875"/>
            <a:ext cx="962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344E40"/>
                </a:solidFill>
              </a:defRPr>
            </a:defPPr>
            <a:lvl1pPr>
              <a:defRPr sz="2625" b="0">
                <a:solidFill>
                  <a:srgbClr val="344E40"/>
                </a:solidFill>
              </a:defRPr>
            </a:lvl1pPr>
            <a:lvl2pPr>
              <a:defRPr sz="2625" b="0">
                <a:solidFill>
                  <a:srgbClr val="344E40"/>
                </a:solidFill>
              </a:defRPr>
            </a:lvl2pPr>
            <a:lvl3pPr>
              <a:defRPr sz="2625" b="0">
                <a:solidFill>
                  <a:srgbClr val="344E40"/>
                </a:solidFill>
              </a:defRPr>
            </a:lvl3pPr>
            <a:lvl4pPr>
              <a:defRPr sz="2625" b="0">
                <a:solidFill>
                  <a:srgbClr val="344E40"/>
                </a:solidFill>
              </a:defRPr>
            </a:lvl4pPr>
            <a:lvl5pPr>
              <a:defRPr sz="2625" b="0">
                <a:solidFill>
                  <a:srgbClr val="344E40"/>
                </a:solidFill>
              </a:defRPr>
            </a:lvl5pPr>
            <a:lvl6pPr>
              <a:defRPr sz="2625" b="0">
                <a:solidFill>
                  <a:srgbClr val="344E40"/>
                </a:solidFill>
              </a:defRPr>
            </a:lvl6pPr>
            <a:lvl7pPr>
              <a:defRPr sz="2625" b="0">
                <a:solidFill>
                  <a:srgbClr val="344E40"/>
                </a:solidFill>
              </a:defRPr>
            </a:lvl7pPr>
            <a:lvl8pPr>
              <a:defRPr sz="2625" b="0">
                <a:solidFill>
                  <a:srgbClr val="344E40"/>
                </a:solidFill>
              </a:defRPr>
            </a:lvl8pPr>
            <a:lvl9pPr>
              <a:defRPr sz="2625" b="0">
                <a:solidFill>
                  <a:srgbClr val="344E40"/>
                </a:solidFill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344E40"/>
                </a:solidFill>
              </a:defRPr>
            </a:pPr>
            <a:r>
              <a:rPr sz="2625" b="0">
                <a:solidFill>
                  <a:srgbClr val="344E40"/>
                </a:solidFill>
              </a:rPr>
              <a:t>もう一度、一礼。階段を下りて自分の席へ。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14382F-CCDF-4AED-8D17-0B626FCB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A54716"/>
                </a:solidFill>
              </a:defRPr>
            </a:defPPr>
            <a:lvl1pPr>
              <a:defRPr sz="2850" b="1">
                <a:solidFill>
                  <a:srgbClr val="A54716"/>
                </a:solidFill>
              </a:defRPr>
            </a:lvl1pPr>
            <a:lvl2pPr>
              <a:defRPr sz="2850" b="1">
                <a:solidFill>
                  <a:srgbClr val="A54716"/>
                </a:solidFill>
              </a:defRPr>
            </a:lvl2pPr>
            <a:lvl3pPr>
              <a:defRPr sz="2850" b="1">
                <a:solidFill>
                  <a:srgbClr val="A54716"/>
                </a:solidFill>
              </a:defRPr>
            </a:lvl3pPr>
            <a:lvl4pPr>
              <a:defRPr sz="2850" b="1">
                <a:solidFill>
                  <a:srgbClr val="A54716"/>
                </a:solidFill>
              </a:defRPr>
            </a:lvl4pPr>
            <a:lvl5pPr>
              <a:defRPr sz="2850" b="1">
                <a:solidFill>
                  <a:srgbClr val="A54716"/>
                </a:solidFill>
              </a:defRPr>
            </a:lvl5pPr>
            <a:lvl6pPr>
              <a:defRPr sz="2850" b="1">
                <a:solidFill>
                  <a:srgbClr val="A54716"/>
                </a:solidFill>
              </a:defRPr>
            </a:lvl6pPr>
            <a:lvl7pPr>
              <a:defRPr sz="2850" b="1">
                <a:solidFill>
                  <a:srgbClr val="A54716"/>
                </a:solidFill>
              </a:defRPr>
            </a:lvl7pPr>
            <a:lvl8pPr>
              <a:defRPr sz="2850" b="1">
                <a:solidFill>
                  <a:srgbClr val="A54716"/>
                </a:solidFill>
              </a:defRPr>
            </a:lvl8pPr>
            <a:lvl9pPr>
              <a:defRPr sz="2850" b="1">
                <a:solidFill>
                  <a:srgbClr val="A5471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A54716"/>
                </a:solidFill>
              </a:defRPr>
            </a:pPr>
            <a:r>
              <a:rPr sz="2850" b="1">
                <a:solidFill>
                  <a:srgbClr val="A54716"/>
                </a:solidFill>
              </a:rPr>
              <a:t>発表の間は、拍手をしません。</a:t>
            </a:r>
          </a:p>
        </p:txBody>
      </p:sp>
    </p:spTree>
    <p:extLst>
      <p:ext uri="{BB962C8B-B14F-4D97-AF65-F5344CB8AC3E}">
        <p14:creationId xmlns:p14="http://schemas.microsoft.com/office/powerpoint/2010/main" val="17195810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ADE51-2514-4617-AAA9-DDD0C187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45540"/>
                </a:solidFill>
              </a:defRPr>
            </a:defPPr>
            <a:lvl1pPr>
              <a:defRPr sz="3600" b="1">
                <a:solidFill>
                  <a:srgbClr val="245540"/>
                </a:solidFill>
              </a:defRPr>
            </a:lvl1pPr>
            <a:lvl2pPr>
              <a:defRPr sz="3600" b="1">
                <a:solidFill>
                  <a:srgbClr val="245540"/>
                </a:solidFill>
              </a:defRPr>
            </a:lvl2pPr>
            <a:lvl3pPr>
              <a:defRPr sz="3600" b="1">
                <a:solidFill>
                  <a:srgbClr val="245540"/>
                </a:solidFill>
              </a:defRPr>
            </a:lvl3pPr>
            <a:lvl4pPr>
              <a:defRPr sz="3600" b="1">
                <a:solidFill>
                  <a:srgbClr val="245540"/>
                </a:solidFill>
              </a:defRPr>
            </a:lvl4pPr>
            <a:lvl5pPr>
              <a:defRPr sz="3600" b="1">
                <a:solidFill>
                  <a:srgbClr val="245540"/>
                </a:solidFill>
              </a:defRPr>
            </a:lvl5pPr>
            <a:lvl6pPr>
              <a:defRPr sz="3600" b="1">
                <a:solidFill>
                  <a:srgbClr val="245540"/>
                </a:solidFill>
              </a:defRPr>
            </a:lvl6pPr>
            <a:lvl7pPr>
              <a:defRPr sz="3600" b="1">
                <a:solidFill>
                  <a:srgbClr val="245540"/>
                </a:solidFill>
              </a:defRPr>
            </a:lvl7pPr>
            <a:lvl8pPr>
              <a:defRPr sz="3600" b="1">
                <a:solidFill>
                  <a:srgbClr val="245540"/>
                </a:solidFill>
              </a:defRPr>
            </a:lvl8pPr>
            <a:lvl9pPr>
              <a:defRPr sz="3600" b="1">
                <a:solidFill>
                  <a:srgbClr val="245540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540"/>
                </a:solidFill>
              </a:defRPr>
            </a:pPr>
            <a:r>
              <a:rPr sz="3600" b="1">
                <a:solidFill>
                  <a:srgbClr val="245540"/>
                </a:solidFill>
              </a:rPr>
              <a:t>①が階段を下り始めたら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75369-2B33-4461-B2E1-AF5FA66D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484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45540"/>
                </a:solidFill>
              </a:defRPr>
            </a:defPPr>
            <a:lvl1pPr>
              <a:defRPr sz="1650" b="0">
                <a:solidFill>
                  <a:srgbClr val="245540"/>
                </a:solidFill>
              </a:defRPr>
            </a:lvl1pPr>
            <a:lvl2pPr>
              <a:defRPr sz="1650" b="0">
                <a:solidFill>
                  <a:srgbClr val="245540"/>
                </a:solidFill>
              </a:defRPr>
            </a:lvl2pPr>
            <a:lvl3pPr>
              <a:defRPr sz="1650" b="0">
                <a:solidFill>
                  <a:srgbClr val="245540"/>
                </a:solidFill>
              </a:defRPr>
            </a:lvl3pPr>
            <a:lvl4pPr>
              <a:defRPr sz="1650" b="0">
                <a:solidFill>
                  <a:srgbClr val="245540"/>
                </a:solidFill>
              </a:defRPr>
            </a:lvl4pPr>
            <a:lvl5pPr>
              <a:defRPr sz="1650" b="0">
                <a:solidFill>
                  <a:srgbClr val="245540"/>
                </a:solidFill>
              </a:defRPr>
            </a:lvl5pPr>
            <a:lvl6pPr>
              <a:defRPr sz="1650" b="0">
                <a:solidFill>
                  <a:srgbClr val="245540"/>
                </a:solidFill>
              </a:defRPr>
            </a:lvl6pPr>
            <a:lvl7pPr>
              <a:defRPr sz="1650" b="0">
                <a:solidFill>
                  <a:srgbClr val="245540"/>
                </a:solidFill>
              </a:defRPr>
            </a:lvl7pPr>
            <a:lvl8pPr>
              <a:defRPr sz="1650" b="0">
                <a:solidFill>
                  <a:srgbClr val="245540"/>
                </a:solidFill>
              </a:defRPr>
            </a:lvl8pPr>
            <a:lvl9pPr>
              <a:defRPr sz="1650" b="0">
                <a:solidFill>
                  <a:srgbClr val="2455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540"/>
                </a:solidFill>
              </a:defRPr>
            </a:pPr>
            <a:r>
              <a:rPr sz="1650" b="0">
                <a:solidFill>
                  <a:srgbClr val="245540"/>
                </a:solidFill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C0045-E78C-4321-A1CB-D6BBB72A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A54716"/>
                </a:solidFill>
              </a:defRPr>
            </a:defPPr>
            <a:lvl1pPr>
              <a:defRPr sz="2850" b="1">
                <a:solidFill>
                  <a:srgbClr val="A54716"/>
                </a:solidFill>
              </a:defRPr>
            </a:lvl1pPr>
            <a:lvl2pPr>
              <a:defRPr sz="2850" b="1">
                <a:solidFill>
                  <a:srgbClr val="A54716"/>
                </a:solidFill>
              </a:defRPr>
            </a:lvl2pPr>
            <a:lvl3pPr>
              <a:defRPr sz="2850" b="1">
                <a:solidFill>
                  <a:srgbClr val="A54716"/>
                </a:solidFill>
              </a:defRPr>
            </a:lvl3pPr>
            <a:lvl4pPr>
              <a:defRPr sz="2850" b="1">
                <a:solidFill>
                  <a:srgbClr val="A54716"/>
                </a:solidFill>
              </a:defRPr>
            </a:lvl4pPr>
            <a:lvl5pPr>
              <a:defRPr sz="2850" b="1">
                <a:solidFill>
                  <a:srgbClr val="A54716"/>
                </a:solidFill>
              </a:defRPr>
            </a:lvl5pPr>
            <a:lvl6pPr>
              <a:defRPr sz="2850" b="1">
                <a:solidFill>
                  <a:srgbClr val="A54716"/>
                </a:solidFill>
              </a:defRPr>
            </a:lvl6pPr>
            <a:lvl7pPr>
              <a:defRPr sz="2850" b="1">
                <a:solidFill>
                  <a:srgbClr val="A54716"/>
                </a:solidFill>
              </a:defRPr>
            </a:lvl7pPr>
            <a:lvl8pPr>
              <a:defRPr sz="2850" b="1">
                <a:solidFill>
                  <a:srgbClr val="A54716"/>
                </a:solidFill>
              </a:defRPr>
            </a:lvl8pPr>
            <a:lvl9pPr>
              <a:defRPr sz="2850" b="1">
                <a:solidFill>
                  <a:srgbClr val="A5471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A54716"/>
                </a:solidFill>
              </a:defRPr>
            </a:pPr>
            <a:r>
              <a:rPr sz="2850" b="1">
                <a:solidFill>
                  <a:srgbClr val="A54716"/>
                </a:solidFill>
              </a:rPr>
              <a:t>動き始める合図は、①が階段を下り始めたとき。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488F8-3E33-4C66-A2AB-A85E8CBE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123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245540"/>
                </a:solidFill>
              </a:defRPr>
            </a:defPPr>
            <a:lvl1pPr>
              <a:defRPr sz="4500" b="1">
                <a:solidFill>
                  <a:srgbClr val="245540"/>
                </a:solidFill>
              </a:defRPr>
            </a:lvl1pPr>
            <a:lvl2pPr>
              <a:defRPr sz="4500" b="1">
                <a:solidFill>
                  <a:srgbClr val="245540"/>
                </a:solidFill>
              </a:defRPr>
            </a:lvl2pPr>
            <a:lvl3pPr>
              <a:defRPr sz="4500" b="1">
                <a:solidFill>
                  <a:srgbClr val="245540"/>
                </a:solidFill>
              </a:defRPr>
            </a:lvl3pPr>
            <a:lvl4pPr>
              <a:defRPr sz="4500" b="1">
                <a:solidFill>
                  <a:srgbClr val="245540"/>
                </a:solidFill>
              </a:defRPr>
            </a:lvl4pPr>
            <a:lvl5pPr>
              <a:defRPr sz="4500" b="1">
                <a:solidFill>
                  <a:srgbClr val="245540"/>
                </a:solidFill>
              </a:defRPr>
            </a:lvl5pPr>
            <a:lvl6pPr>
              <a:defRPr sz="4500" b="1">
                <a:solidFill>
                  <a:srgbClr val="245540"/>
                </a:solidFill>
              </a:defRPr>
            </a:lvl6pPr>
            <a:lvl7pPr>
              <a:defRPr sz="4500" b="1">
                <a:solidFill>
                  <a:srgbClr val="245540"/>
                </a:solidFill>
              </a:defRPr>
            </a:lvl7pPr>
            <a:lvl8pPr>
              <a:defRPr sz="4500" b="1">
                <a:solidFill>
                  <a:srgbClr val="245540"/>
                </a:solidFill>
              </a:defRPr>
            </a:lvl8pPr>
            <a:lvl9pPr>
              <a:defRPr sz="4500" b="1">
                <a:solidFill>
                  <a:srgbClr val="245540"/>
                </a:solidFill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245540"/>
                </a:solidFill>
              </a:defRPr>
            </a:pPr>
            <a:r>
              <a:rPr sz="4500" b="1">
                <a:solidFill>
                  <a:srgbClr val="245540"/>
                </a:solidFill>
              </a:rPr>
              <a:t>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AE5B6-35F2-4CD5-97EF-6FEDFA7F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48000"/>
            <a:ext cx="866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344E40"/>
                </a:solidFill>
              </a:defRPr>
            </a:defPPr>
            <a:lvl1pPr>
              <a:defRPr sz="3225" b="0">
                <a:solidFill>
                  <a:srgbClr val="344E40"/>
                </a:solidFill>
              </a:defRPr>
            </a:lvl1pPr>
            <a:lvl2pPr>
              <a:defRPr sz="3225" b="0">
                <a:solidFill>
                  <a:srgbClr val="344E40"/>
                </a:solidFill>
              </a:defRPr>
            </a:lvl2pPr>
            <a:lvl3pPr>
              <a:defRPr sz="3225" b="0">
                <a:solidFill>
                  <a:srgbClr val="344E40"/>
                </a:solidFill>
              </a:defRPr>
            </a:lvl3pPr>
            <a:lvl4pPr>
              <a:defRPr sz="3225" b="0">
                <a:solidFill>
                  <a:srgbClr val="344E40"/>
                </a:solidFill>
              </a:defRPr>
            </a:lvl4pPr>
            <a:lvl5pPr>
              <a:defRPr sz="3225" b="0">
                <a:solidFill>
                  <a:srgbClr val="344E40"/>
                </a:solidFill>
              </a:defRPr>
            </a:lvl5pPr>
            <a:lvl6pPr>
              <a:defRPr sz="3225" b="0">
                <a:solidFill>
                  <a:srgbClr val="344E40"/>
                </a:solidFill>
              </a:defRPr>
            </a:lvl6pPr>
            <a:lvl7pPr>
              <a:defRPr sz="3225" b="0">
                <a:solidFill>
                  <a:srgbClr val="344E40"/>
                </a:solidFill>
              </a:defRPr>
            </a:lvl7pPr>
            <a:lvl8pPr>
              <a:defRPr sz="3225" b="0">
                <a:solidFill>
                  <a:srgbClr val="344E40"/>
                </a:solidFill>
              </a:defRPr>
            </a:lvl8pPr>
            <a:lvl9pPr>
              <a:defRPr sz="3225" b="0">
                <a:solidFill>
                  <a:srgbClr val="344E40"/>
                </a:solidFill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344E40"/>
                </a:solidFill>
              </a:defRPr>
            </a:pPr>
            <a:r>
              <a:rPr sz="3225" b="0">
                <a:solidFill>
                  <a:srgbClr val="344E40"/>
                </a:solidFill>
              </a:rPr>
              <a:t>マイクの後ろへ進みます。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B656C-7F77-4356-A97D-5E2AB6AE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86250"/>
            <a:ext cx="123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245540"/>
                </a:solidFill>
              </a:defRPr>
            </a:defPPr>
            <a:lvl1pPr>
              <a:defRPr sz="4500" b="1">
                <a:solidFill>
                  <a:srgbClr val="245540"/>
                </a:solidFill>
              </a:defRPr>
            </a:lvl1pPr>
            <a:lvl2pPr>
              <a:defRPr sz="4500" b="1">
                <a:solidFill>
                  <a:srgbClr val="245540"/>
                </a:solidFill>
              </a:defRPr>
            </a:lvl2pPr>
            <a:lvl3pPr>
              <a:defRPr sz="4500" b="1">
                <a:solidFill>
                  <a:srgbClr val="245540"/>
                </a:solidFill>
              </a:defRPr>
            </a:lvl3pPr>
            <a:lvl4pPr>
              <a:defRPr sz="4500" b="1">
                <a:solidFill>
                  <a:srgbClr val="245540"/>
                </a:solidFill>
              </a:defRPr>
            </a:lvl4pPr>
            <a:lvl5pPr>
              <a:defRPr sz="4500" b="1">
                <a:solidFill>
                  <a:srgbClr val="245540"/>
                </a:solidFill>
              </a:defRPr>
            </a:lvl5pPr>
            <a:lvl6pPr>
              <a:defRPr sz="4500" b="1">
                <a:solidFill>
                  <a:srgbClr val="245540"/>
                </a:solidFill>
              </a:defRPr>
            </a:lvl6pPr>
            <a:lvl7pPr>
              <a:defRPr sz="4500" b="1">
                <a:solidFill>
                  <a:srgbClr val="245540"/>
                </a:solidFill>
              </a:defRPr>
            </a:lvl7pPr>
            <a:lvl8pPr>
              <a:defRPr sz="4500" b="1">
                <a:solidFill>
                  <a:srgbClr val="245540"/>
                </a:solidFill>
              </a:defRPr>
            </a:lvl8pPr>
            <a:lvl9pPr>
              <a:defRPr sz="4500" b="1">
                <a:solidFill>
                  <a:srgbClr val="245540"/>
                </a:solidFill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245540"/>
                </a:solidFill>
              </a:defRPr>
            </a:pPr>
            <a:r>
              <a:rPr sz="4500" b="1">
                <a:solidFill>
                  <a:srgbClr val="245540"/>
                </a:solidFill>
              </a:rPr>
              <a:t>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2C210-02FE-435E-ADF5-7F676322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81500"/>
            <a:ext cx="866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344E40"/>
                </a:solidFill>
              </a:defRPr>
            </a:defPPr>
            <a:lvl1pPr>
              <a:defRPr sz="3000" b="0">
                <a:solidFill>
                  <a:srgbClr val="344E40"/>
                </a:solidFill>
              </a:defRPr>
            </a:lvl1pPr>
            <a:lvl2pPr>
              <a:defRPr sz="3000" b="0">
                <a:solidFill>
                  <a:srgbClr val="344E40"/>
                </a:solidFill>
              </a:defRPr>
            </a:lvl2pPr>
            <a:lvl3pPr>
              <a:defRPr sz="3000" b="0">
                <a:solidFill>
                  <a:srgbClr val="344E40"/>
                </a:solidFill>
              </a:defRPr>
            </a:lvl3pPr>
            <a:lvl4pPr>
              <a:defRPr sz="3000" b="0">
                <a:solidFill>
                  <a:srgbClr val="344E40"/>
                </a:solidFill>
              </a:defRPr>
            </a:lvl4pPr>
            <a:lvl5pPr>
              <a:defRPr sz="3000" b="0">
                <a:solidFill>
                  <a:srgbClr val="344E40"/>
                </a:solidFill>
              </a:defRPr>
            </a:lvl5pPr>
            <a:lvl6pPr>
              <a:defRPr sz="3000" b="0">
                <a:solidFill>
                  <a:srgbClr val="344E40"/>
                </a:solidFill>
              </a:defRPr>
            </a:lvl6pPr>
            <a:lvl7pPr>
              <a:defRPr sz="3000" b="0">
                <a:solidFill>
                  <a:srgbClr val="344E40"/>
                </a:solidFill>
              </a:defRPr>
            </a:lvl7pPr>
            <a:lvl8pPr>
              <a:defRPr sz="3000" b="0">
                <a:solidFill>
                  <a:srgbClr val="344E40"/>
                </a:solidFill>
              </a:defRPr>
            </a:lvl8pPr>
            <a:lvl9pPr>
              <a:defRPr sz="3000" b="0">
                <a:solidFill>
                  <a:srgbClr val="344E40"/>
                </a:solidFill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344E40"/>
                </a:solidFill>
              </a:defRPr>
            </a:pPr>
            <a:r>
              <a:rPr sz="3000" b="0">
                <a:solidFill>
                  <a:srgbClr val="344E40"/>
                </a:solidFill>
              </a:rPr>
              <a:t>ステージの左入口へ進みます。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7A240E-F408-4C3A-B5BD-EDE65808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44E40"/>
                </a:solidFill>
              </a:defRPr>
            </a:defPPr>
            <a:lvl1pPr>
              <a:defRPr sz="2550" b="0">
                <a:solidFill>
                  <a:srgbClr val="344E40"/>
                </a:solidFill>
              </a:defRPr>
            </a:lvl1pPr>
            <a:lvl2pPr>
              <a:defRPr sz="2550" b="0">
                <a:solidFill>
                  <a:srgbClr val="344E40"/>
                </a:solidFill>
              </a:defRPr>
            </a:lvl2pPr>
            <a:lvl3pPr>
              <a:defRPr sz="2550" b="0">
                <a:solidFill>
                  <a:srgbClr val="344E40"/>
                </a:solidFill>
              </a:defRPr>
            </a:lvl3pPr>
            <a:lvl4pPr>
              <a:defRPr sz="2550" b="0">
                <a:solidFill>
                  <a:srgbClr val="344E40"/>
                </a:solidFill>
              </a:defRPr>
            </a:lvl4pPr>
            <a:lvl5pPr>
              <a:defRPr sz="2550" b="0">
                <a:solidFill>
                  <a:srgbClr val="344E40"/>
                </a:solidFill>
              </a:defRPr>
            </a:lvl5pPr>
            <a:lvl6pPr>
              <a:defRPr sz="2550" b="0">
                <a:solidFill>
                  <a:srgbClr val="344E40"/>
                </a:solidFill>
              </a:defRPr>
            </a:lvl6pPr>
            <a:lvl7pPr>
              <a:defRPr sz="2550" b="0">
                <a:solidFill>
                  <a:srgbClr val="344E40"/>
                </a:solidFill>
              </a:defRPr>
            </a:lvl7pPr>
            <a:lvl8pPr>
              <a:defRPr sz="2550" b="0">
                <a:solidFill>
                  <a:srgbClr val="344E40"/>
                </a:solidFill>
              </a:defRPr>
            </a:lvl8pPr>
            <a:lvl9pPr>
              <a:defRPr sz="2550" b="0">
                <a:solidFill>
                  <a:srgbClr val="344E40"/>
                </a:solidFill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44E40"/>
                </a:solidFill>
              </a:defRPr>
            </a:pPr>
            <a:r>
              <a:rPr sz="2550" b="0">
                <a:solidFill>
                  <a:srgbClr val="344E40"/>
                </a:solidFill>
              </a:rPr>
              <a:t>自分の前の人の動きを見て、準備します。</a:t>
            </a:r>
          </a:p>
        </p:txBody>
      </p:sp>
    </p:spTree>
    <p:extLst>
      <p:ext uri="{BB962C8B-B14F-4D97-AF65-F5344CB8AC3E}">
        <p14:creationId xmlns:p14="http://schemas.microsoft.com/office/powerpoint/2010/main" val="17554385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256A3-CF45-41C8-BED3-AF80B406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45540"/>
                </a:solidFill>
              </a:defRPr>
            </a:defPPr>
            <a:lvl1pPr>
              <a:defRPr sz="3600" b="1">
                <a:solidFill>
                  <a:srgbClr val="245540"/>
                </a:solidFill>
              </a:defRPr>
            </a:lvl1pPr>
            <a:lvl2pPr>
              <a:defRPr sz="3600" b="1">
                <a:solidFill>
                  <a:srgbClr val="245540"/>
                </a:solidFill>
              </a:defRPr>
            </a:lvl2pPr>
            <a:lvl3pPr>
              <a:defRPr sz="3600" b="1">
                <a:solidFill>
                  <a:srgbClr val="245540"/>
                </a:solidFill>
              </a:defRPr>
            </a:lvl3pPr>
            <a:lvl4pPr>
              <a:defRPr sz="3600" b="1">
                <a:solidFill>
                  <a:srgbClr val="245540"/>
                </a:solidFill>
              </a:defRPr>
            </a:lvl4pPr>
            <a:lvl5pPr>
              <a:defRPr sz="3600" b="1">
                <a:solidFill>
                  <a:srgbClr val="245540"/>
                </a:solidFill>
              </a:defRPr>
            </a:lvl5pPr>
            <a:lvl6pPr>
              <a:defRPr sz="3600" b="1">
                <a:solidFill>
                  <a:srgbClr val="245540"/>
                </a:solidFill>
              </a:defRPr>
            </a:lvl6pPr>
            <a:lvl7pPr>
              <a:defRPr sz="3600" b="1">
                <a:solidFill>
                  <a:srgbClr val="245540"/>
                </a:solidFill>
              </a:defRPr>
            </a:lvl7pPr>
            <a:lvl8pPr>
              <a:defRPr sz="3600" b="1">
                <a:solidFill>
                  <a:srgbClr val="245540"/>
                </a:solidFill>
              </a:defRPr>
            </a:lvl8pPr>
            <a:lvl9pPr>
              <a:defRPr sz="3600" b="1">
                <a:solidFill>
                  <a:srgbClr val="245540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540"/>
                </a:solidFill>
              </a:defRPr>
            </a:pPr>
            <a:r>
              <a:rPr sz="3600" b="1">
                <a:solidFill>
                  <a:srgbClr val="245540"/>
                </a:solidFill>
              </a:rPr>
              <a:t>②が階段を下り始めたら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42C90-FE49-40BB-AD72-5546BDB4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484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45540"/>
                </a:solidFill>
              </a:defRPr>
            </a:defPPr>
            <a:lvl1pPr>
              <a:defRPr sz="1650" b="0">
                <a:solidFill>
                  <a:srgbClr val="245540"/>
                </a:solidFill>
              </a:defRPr>
            </a:lvl1pPr>
            <a:lvl2pPr>
              <a:defRPr sz="1650" b="0">
                <a:solidFill>
                  <a:srgbClr val="245540"/>
                </a:solidFill>
              </a:defRPr>
            </a:lvl2pPr>
            <a:lvl3pPr>
              <a:defRPr sz="1650" b="0">
                <a:solidFill>
                  <a:srgbClr val="245540"/>
                </a:solidFill>
              </a:defRPr>
            </a:lvl3pPr>
            <a:lvl4pPr>
              <a:defRPr sz="1650" b="0">
                <a:solidFill>
                  <a:srgbClr val="245540"/>
                </a:solidFill>
              </a:defRPr>
            </a:lvl4pPr>
            <a:lvl5pPr>
              <a:defRPr sz="1650" b="0">
                <a:solidFill>
                  <a:srgbClr val="245540"/>
                </a:solidFill>
              </a:defRPr>
            </a:lvl5pPr>
            <a:lvl6pPr>
              <a:defRPr sz="1650" b="0">
                <a:solidFill>
                  <a:srgbClr val="245540"/>
                </a:solidFill>
              </a:defRPr>
            </a:lvl6pPr>
            <a:lvl7pPr>
              <a:defRPr sz="1650" b="0">
                <a:solidFill>
                  <a:srgbClr val="245540"/>
                </a:solidFill>
              </a:defRPr>
            </a:lvl7pPr>
            <a:lvl8pPr>
              <a:defRPr sz="1650" b="0">
                <a:solidFill>
                  <a:srgbClr val="245540"/>
                </a:solidFill>
              </a:defRPr>
            </a:lvl8pPr>
            <a:lvl9pPr>
              <a:defRPr sz="1650" b="0">
                <a:solidFill>
                  <a:srgbClr val="2455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540"/>
                </a:solidFill>
              </a:defRPr>
            </a:pPr>
            <a:r>
              <a:rPr sz="1650" b="0">
                <a:solidFill>
                  <a:srgbClr val="245540"/>
                </a:solidFill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4D24D-8453-4048-B8F4-3DCB673F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A54716"/>
                </a:solidFill>
              </a:defRPr>
            </a:defPPr>
            <a:lvl1pPr>
              <a:defRPr sz="2850" b="1">
                <a:solidFill>
                  <a:srgbClr val="A54716"/>
                </a:solidFill>
              </a:defRPr>
            </a:lvl1pPr>
            <a:lvl2pPr>
              <a:defRPr sz="2850" b="1">
                <a:solidFill>
                  <a:srgbClr val="A54716"/>
                </a:solidFill>
              </a:defRPr>
            </a:lvl2pPr>
            <a:lvl3pPr>
              <a:defRPr sz="2850" b="1">
                <a:solidFill>
                  <a:srgbClr val="A54716"/>
                </a:solidFill>
              </a:defRPr>
            </a:lvl3pPr>
            <a:lvl4pPr>
              <a:defRPr sz="2850" b="1">
                <a:solidFill>
                  <a:srgbClr val="A54716"/>
                </a:solidFill>
              </a:defRPr>
            </a:lvl4pPr>
            <a:lvl5pPr>
              <a:defRPr sz="2850" b="1">
                <a:solidFill>
                  <a:srgbClr val="A54716"/>
                </a:solidFill>
              </a:defRPr>
            </a:lvl5pPr>
            <a:lvl6pPr>
              <a:defRPr sz="2850" b="1">
                <a:solidFill>
                  <a:srgbClr val="A54716"/>
                </a:solidFill>
              </a:defRPr>
            </a:lvl6pPr>
            <a:lvl7pPr>
              <a:defRPr sz="2850" b="1">
                <a:solidFill>
                  <a:srgbClr val="A54716"/>
                </a:solidFill>
              </a:defRPr>
            </a:lvl7pPr>
            <a:lvl8pPr>
              <a:defRPr sz="2850" b="1">
                <a:solidFill>
                  <a:srgbClr val="A54716"/>
                </a:solidFill>
              </a:defRPr>
            </a:lvl8pPr>
            <a:lvl9pPr>
              <a:defRPr sz="2850" b="1">
                <a:solidFill>
                  <a:srgbClr val="A5471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A54716"/>
                </a:solidFill>
              </a:defRPr>
            </a:pPr>
            <a:r>
              <a:rPr sz="2850" b="1">
                <a:solidFill>
                  <a:srgbClr val="A54716"/>
                </a:solidFill>
              </a:rPr>
              <a:t>動き始める合図は、②が階段を下り始めたとき。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2FE5B-F915-4548-959D-8BE408E0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123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245540"/>
                </a:solidFill>
              </a:defRPr>
            </a:defPPr>
            <a:lvl1pPr>
              <a:defRPr sz="4500" b="1">
                <a:solidFill>
                  <a:srgbClr val="245540"/>
                </a:solidFill>
              </a:defRPr>
            </a:lvl1pPr>
            <a:lvl2pPr>
              <a:defRPr sz="4500" b="1">
                <a:solidFill>
                  <a:srgbClr val="245540"/>
                </a:solidFill>
              </a:defRPr>
            </a:lvl2pPr>
            <a:lvl3pPr>
              <a:defRPr sz="4500" b="1">
                <a:solidFill>
                  <a:srgbClr val="245540"/>
                </a:solidFill>
              </a:defRPr>
            </a:lvl3pPr>
            <a:lvl4pPr>
              <a:defRPr sz="4500" b="1">
                <a:solidFill>
                  <a:srgbClr val="245540"/>
                </a:solidFill>
              </a:defRPr>
            </a:lvl4pPr>
            <a:lvl5pPr>
              <a:defRPr sz="4500" b="1">
                <a:solidFill>
                  <a:srgbClr val="245540"/>
                </a:solidFill>
              </a:defRPr>
            </a:lvl5pPr>
            <a:lvl6pPr>
              <a:defRPr sz="4500" b="1">
                <a:solidFill>
                  <a:srgbClr val="245540"/>
                </a:solidFill>
              </a:defRPr>
            </a:lvl6pPr>
            <a:lvl7pPr>
              <a:defRPr sz="4500" b="1">
                <a:solidFill>
                  <a:srgbClr val="245540"/>
                </a:solidFill>
              </a:defRPr>
            </a:lvl7pPr>
            <a:lvl8pPr>
              <a:defRPr sz="4500" b="1">
                <a:solidFill>
                  <a:srgbClr val="245540"/>
                </a:solidFill>
              </a:defRPr>
            </a:lvl8pPr>
            <a:lvl9pPr>
              <a:defRPr sz="4500" b="1">
                <a:solidFill>
                  <a:srgbClr val="245540"/>
                </a:solidFill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245540"/>
                </a:solidFill>
              </a:defRPr>
            </a:pPr>
            <a:r>
              <a:rPr sz="4500" b="1">
                <a:solidFill>
                  <a:srgbClr val="245540"/>
                </a:solidFill>
              </a:rPr>
              <a:t>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95839-035B-484F-8B0A-3B15F009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48000"/>
            <a:ext cx="866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344E40"/>
                </a:solidFill>
              </a:defRPr>
            </a:defPPr>
            <a:lvl1pPr>
              <a:defRPr sz="3225" b="0">
                <a:solidFill>
                  <a:srgbClr val="344E40"/>
                </a:solidFill>
              </a:defRPr>
            </a:lvl1pPr>
            <a:lvl2pPr>
              <a:defRPr sz="3225" b="0">
                <a:solidFill>
                  <a:srgbClr val="344E40"/>
                </a:solidFill>
              </a:defRPr>
            </a:lvl2pPr>
            <a:lvl3pPr>
              <a:defRPr sz="3225" b="0">
                <a:solidFill>
                  <a:srgbClr val="344E40"/>
                </a:solidFill>
              </a:defRPr>
            </a:lvl3pPr>
            <a:lvl4pPr>
              <a:defRPr sz="3225" b="0">
                <a:solidFill>
                  <a:srgbClr val="344E40"/>
                </a:solidFill>
              </a:defRPr>
            </a:lvl4pPr>
            <a:lvl5pPr>
              <a:defRPr sz="3225" b="0">
                <a:solidFill>
                  <a:srgbClr val="344E40"/>
                </a:solidFill>
              </a:defRPr>
            </a:lvl5pPr>
            <a:lvl6pPr>
              <a:defRPr sz="3225" b="0">
                <a:solidFill>
                  <a:srgbClr val="344E40"/>
                </a:solidFill>
              </a:defRPr>
            </a:lvl6pPr>
            <a:lvl7pPr>
              <a:defRPr sz="3225" b="0">
                <a:solidFill>
                  <a:srgbClr val="344E40"/>
                </a:solidFill>
              </a:defRPr>
            </a:lvl7pPr>
            <a:lvl8pPr>
              <a:defRPr sz="3225" b="0">
                <a:solidFill>
                  <a:srgbClr val="344E40"/>
                </a:solidFill>
              </a:defRPr>
            </a:lvl8pPr>
            <a:lvl9pPr>
              <a:defRPr sz="3225" b="0">
                <a:solidFill>
                  <a:srgbClr val="344E40"/>
                </a:solidFill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344E40"/>
                </a:solidFill>
              </a:defRPr>
            </a:pPr>
            <a:r>
              <a:rPr sz="3225" b="0">
                <a:solidFill>
                  <a:srgbClr val="344E40"/>
                </a:solidFill>
              </a:rPr>
              <a:t>マイクの後ろへ進みます。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3D30C9-59BE-4E2C-A422-B8001A11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86250"/>
            <a:ext cx="123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245540"/>
                </a:solidFill>
              </a:defRPr>
            </a:defPPr>
            <a:lvl1pPr>
              <a:defRPr sz="4500" b="1">
                <a:solidFill>
                  <a:srgbClr val="245540"/>
                </a:solidFill>
              </a:defRPr>
            </a:lvl1pPr>
            <a:lvl2pPr>
              <a:defRPr sz="4500" b="1">
                <a:solidFill>
                  <a:srgbClr val="245540"/>
                </a:solidFill>
              </a:defRPr>
            </a:lvl2pPr>
            <a:lvl3pPr>
              <a:defRPr sz="4500" b="1">
                <a:solidFill>
                  <a:srgbClr val="245540"/>
                </a:solidFill>
              </a:defRPr>
            </a:lvl3pPr>
            <a:lvl4pPr>
              <a:defRPr sz="4500" b="1">
                <a:solidFill>
                  <a:srgbClr val="245540"/>
                </a:solidFill>
              </a:defRPr>
            </a:lvl4pPr>
            <a:lvl5pPr>
              <a:defRPr sz="4500" b="1">
                <a:solidFill>
                  <a:srgbClr val="245540"/>
                </a:solidFill>
              </a:defRPr>
            </a:lvl5pPr>
            <a:lvl6pPr>
              <a:defRPr sz="4500" b="1">
                <a:solidFill>
                  <a:srgbClr val="245540"/>
                </a:solidFill>
              </a:defRPr>
            </a:lvl6pPr>
            <a:lvl7pPr>
              <a:defRPr sz="4500" b="1">
                <a:solidFill>
                  <a:srgbClr val="245540"/>
                </a:solidFill>
              </a:defRPr>
            </a:lvl7pPr>
            <a:lvl8pPr>
              <a:defRPr sz="4500" b="1">
                <a:solidFill>
                  <a:srgbClr val="245540"/>
                </a:solidFill>
              </a:defRPr>
            </a:lvl8pPr>
            <a:lvl9pPr>
              <a:defRPr sz="4500" b="1">
                <a:solidFill>
                  <a:srgbClr val="245540"/>
                </a:solidFill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245540"/>
                </a:solidFill>
              </a:defRPr>
            </a:pPr>
            <a:r>
              <a:rPr sz="4500" b="1">
                <a:solidFill>
                  <a:srgbClr val="245540"/>
                </a:solidFill>
              </a:rPr>
              <a:t>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2CFBE-9EB4-46D0-9236-FC266FAD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81500"/>
            <a:ext cx="866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344E40"/>
                </a:solidFill>
              </a:defRPr>
            </a:defPPr>
            <a:lvl1pPr>
              <a:defRPr sz="3000" b="0">
                <a:solidFill>
                  <a:srgbClr val="344E40"/>
                </a:solidFill>
              </a:defRPr>
            </a:lvl1pPr>
            <a:lvl2pPr>
              <a:defRPr sz="3000" b="0">
                <a:solidFill>
                  <a:srgbClr val="344E40"/>
                </a:solidFill>
              </a:defRPr>
            </a:lvl2pPr>
            <a:lvl3pPr>
              <a:defRPr sz="3000" b="0">
                <a:solidFill>
                  <a:srgbClr val="344E40"/>
                </a:solidFill>
              </a:defRPr>
            </a:lvl3pPr>
            <a:lvl4pPr>
              <a:defRPr sz="3000" b="0">
                <a:solidFill>
                  <a:srgbClr val="344E40"/>
                </a:solidFill>
              </a:defRPr>
            </a:lvl4pPr>
            <a:lvl5pPr>
              <a:defRPr sz="3000" b="0">
                <a:solidFill>
                  <a:srgbClr val="344E40"/>
                </a:solidFill>
              </a:defRPr>
            </a:lvl5pPr>
            <a:lvl6pPr>
              <a:defRPr sz="3000" b="0">
                <a:solidFill>
                  <a:srgbClr val="344E40"/>
                </a:solidFill>
              </a:defRPr>
            </a:lvl6pPr>
            <a:lvl7pPr>
              <a:defRPr sz="3000" b="0">
                <a:solidFill>
                  <a:srgbClr val="344E40"/>
                </a:solidFill>
              </a:defRPr>
            </a:lvl7pPr>
            <a:lvl8pPr>
              <a:defRPr sz="3000" b="0">
                <a:solidFill>
                  <a:srgbClr val="344E40"/>
                </a:solidFill>
              </a:defRPr>
            </a:lvl8pPr>
            <a:lvl9pPr>
              <a:defRPr sz="3000" b="0">
                <a:solidFill>
                  <a:srgbClr val="344E40"/>
                </a:solidFill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344E40"/>
                </a:solidFill>
              </a:defRPr>
            </a:pPr>
            <a:r>
              <a:rPr sz="3000" b="0">
                <a:solidFill>
                  <a:srgbClr val="344E40"/>
                </a:solidFill>
              </a:rPr>
              <a:t>ステージの左入口へ進みます。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D9F55-F7BA-4CD6-AF33-6200E28F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44E40"/>
                </a:solidFill>
              </a:defRPr>
            </a:defPPr>
            <a:lvl1pPr>
              <a:defRPr sz="2550" b="0">
                <a:solidFill>
                  <a:srgbClr val="344E40"/>
                </a:solidFill>
              </a:defRPr>
            </a:lvl1pPr>
            <a:lvl2pPr>
              <a:defRPr sz="2550" b="0">
                <a:solidFill>
                  <a:srgbClr val="344E40"/>
                </a:solidFill>
              </a:defRPr>
            </a:lvl2pPr>
            <a:lvl3pPr>
              <a:defRPr sz="2550" b="0">
                <a:solidFill>
                  <a:srgbClr val="344E40"/>
                </a:solidFill>
              </a:defRPr>
            </a:lvl3pPr>
            <a:lvl4pPr>
              <a:defRPr sz="2550" b="0">
                <a:solidFill>
                  <a:srgbClr val="344E40"/>
                </a:solidFill>
              </a:defRPr>
            </a:lvl4pPr>
            <a:lvl5pPr>
              <a:defRPr sz="2550" b="0">
                <a:solidFill>
                  <a:srgbClr val="344E40"/>
                </a:solidFill>
              </a:defRPr>
            </a:lvl5pPr>
            <a:lvl6pPr>
              <a:defRPr sz="2550" b="0">
                <a:solidFill>
                  <a:srgbClr val="344E40"/>
                </a:solidFill>
              </a:defRPr>
            </a:lvl6pPr>
            <a:lvl7pPr>
              <a:defRPr sz="2550" b="0">
                <a:solidFill>
                  <a:srgbClr val="344E40"/>
                </a:solidFill>
              </a:defRPr>
            </a:lvl7pPr>
            <a:lvl8pPr>
              <a:defRPr sz="2550" b="0">
                <a:solidFill>
                  <a:srgbClr val="344E40"/>
                </a:solidFill>
              </a:defRPr>
            </a:lvl8pPr>
            <a:lvl9pPr>
              <a:defRPr sz="2550" b="0">
                <a:solidFill>
                  <a:srgbClr val="344E40"/>
                </a:solidFill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44E40"/>
                </a:solidFill>
              </a:defRPr>
            </a:pPr>
            <a:r>
              <a:rPr sz="2550" b="0">
                <a:solidFill>
                  <a:srgbClr val="344E40"/>
                </a:solidFill>
              </a:rPr>
              <a:t>このあとは、同じように順番に交代します。</a:t>
            </a:r>
          </a:p>
        </p:txBody>
      </p:sp>
    </p:spTree>
    <p:extLst>
      <p:ext uri="{BB962C8B-B14F-4D97-AF65-F5344CB8AC3E}">
        <p14:creationId xmlns:p14="http://schemas.microsoft.com/office/powerpoint/2010/main" val="15425844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8872E-D761-40E0-A82D-D908CD75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45540"/>
                </a:solidFill>
              </a:defRPr>
            </a:defPPr>
            <a:lvl1pPr>
              <a:defRPr sz="3600" b="1">
                <a:solidFill>
                  <a:srgbClr val="245540"/>
                </a:solidFill>
              </a:defRPr>
            </a:lvl1pPr>
            <a:lvl2pPr>
              <a:defRPr sz="3600" b="1">
                <a:solidFill>
                  <a:srgbClr val="245540"/>
                </a:solidFill>
              </a:defRPr>
            </a:lvl2pPr>
            <a:lvl3pPr>
              <a:defRPr sz="3600" b="1">
                <a:solidFill>
                  <a:srgbClr val="245540"/>
                </a:solidFill>
              </a:defRPr>
            </a:lvl3pPr>
            <a:lvl4pPr>
              <a:defRPr sz="3600" b="1">
                <a:solidFill>
                  <a:srgbClr val="245540"/>
                </a:solidFill>
              </a:defRPr>
            </a:lvl4pPr>
            <a:lvl5pPr>
              <a:defRPr sz="3600" b="1">
                <a:solidFill>
                  <a:srgbClr val="245540"/>
                </a:solidFill>
              </a:defRPr>
            </a:lvl5pPr>
            <a:lvl6pPr>
              <a:defRPr sz="3600" b="1">
                <a:solidFill>
                  <a:srgbClr val="245540"/>
                </a:solidFill>
              </a:defRPr>
            </a:lvl6pPr>
            <a:lvl7pPr>
              <a:defRPr sz="3600" b="1">
                <a:solidFill>
                  <a:srgbClr val="245540"/>
                </a:solidFill>
              </a:defRPr>
            </a:lvl7pPr>
            <a:lvl8pPr>
              <a:defRPr sz="3600" b="1">
                <a:solidFill>
                  <a:srgbClr val="245540"/>
                </a:solidFill>
              </a:defRPr>
            </a:lvl8pPr>
            <a:lvl9pPr>
              <a:defRPr sz="3600" b="1">
                <a:solidFill>
                  <a:srgbClr val="245540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540"/>
                </a:solidFill>
              </a:defRPr>
            </a:pPr>
            <a:r>
              <a:rPr sz="3600" b="1">
                <a:solidFill>
                  <a:srgbClr val="245540"/>
                </a:solidFill>
              </a:rPr>
              <a:t>練習前の確認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2D9C8-5D89-47A6-BD0E-2AB26BD2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484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45540"/>
                </a:solidFill>
              </a:defRPr>
            </a:defPPr>
            <a:lvl1pPr>
              <a:defRPr sz="1650" b="0">
                <a:solidFill>
                  <a:srgbClr val="245540"/>
                </a:solidFill>
              </a:defRPr>
            </a:lvl1pPr>
            <a:lvl2pPr>
              <a:defRPr sz="1650" b="0">
                <a:solidFill>
                  <a:srgbClr val="245540"/>
                </a:solidFill>
              </a:defRPr>
            </a:lvl2pPr>
            <a:lvl3pPr>
              <a:defRPr sz="1650" b="0">
                <a:solidFill>
                  <a:srgbClr val="245540"/>
                </a:solidFill>
              </a:defRPr>
            </a:lvl3pPr>
            <a:lvl4pPr>
              <a:defRPr sz="1650" b="0">
                <a:solidFill>
                  <a:srgbClr val="245540"/>
                </a:solidFill>
              </a:defRPr>
            </a:lvl4pPr>
            <a:lvl5pPr>
              <a:defRPr sz="1650" b="0">
                <a:solidFill>
                  <a:srgbClr val="245540"/>
                </a:solidFill>
              </a:defRPr>
            </a:lvl5pPr>
            <a:lvl6pPr>
              <a:defRPr sz="1650" b="0">
                <a:solidFill>
                  <a:srgbClr val="245540"/>
                </a:solidFill>
              </a:defRPr>
            </a:lvl6pPr>
            <a:lvl7pPr>
              <a:defRPr sz="1650" b="0">
                <a:solidFill>
                  <a:srgbClr val="245540"/>
                </a:solidFill>
              </a:defRPr>
            </a:lvl7pPr>
            <a:lvl8pPr>
              <a:defRPr sz="1650" b="0">
                <a:solidFill>
                  <a:srgbClr val="245540"/>
                </a:solidFill>
              </a:defRPr>
            </a:lvl8pPr>
            <a:lvl9pPr>
              <a:defRPr sz="1650" b="0">
                <a:solidFill>
                  <a:srgbClr val="2455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45540"/>
                </a:solidFill>
              </a:defRPr>
            </a:pPr>
            <a:r>
              <a:rPr sz="1650" b="0">
                <a:solidFill>
                  <a:srgbClr val="245540"/>
                </a:solidFill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05EAC-8CB2-4D6B-8668-666F3F51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5540"/>
                </a:solidFill>
              </a:defRPr>
            </a:defPPr>
            <a:lvl1pPr>
              <a:defRPr sz="3300" b="1">
                <a:solidFill>
                  <a:srgbClr val="245540"/>
                </a:solidFill>
              </a:defRPr>
            </a:lvl1pPr>
            <a:lvl2pPr>
              <a:defRPr sz="3300" b="1">
                <a:solidFill>
                  <a:srgbClr val="245540"/>
                </a:solidFill>
              </a:defRPr>
            </a:lvl2pPr>
            <a:lvl3pPr>
              <a:defRPr sz="3300" b="1">
                <a:solidFill>
                  <a:srgbClr val="245540"/>
                </a:solidFill>
              </a:defRPr>
            </a:lvl3pPr>
            <a:lvl4pPr>
              <a:defRPr sz="3300" b="1">
                <a:solidFill>
                  <a:srgbClr val="245540"/>
                </a:solidFill>
              </a:defRPr>
            </a:lvl4pPr>
            <a:lvl5pPr>
              <a:defRPr sz="3300" b="1">
                <a:solidFill>
                  <a:srgbClr val="245540"/>
                </a:solidFill>
              </a:defRPr>
            </a:lvl5pPr>
            <a:lvl6pPr>
              <a:defRPr sz="3300" b="1">
                <a:solidFill>
                  <a:srgbClr val="245540"/>
                </a:solidFill>
              </a:defRPr>
            </a:lvl6pPr>
            <a:lvl7pPr>
              <a:defRPr sz="3300" b="1">
                <a:solidFill>
                  <a:srgbClr val="245540"/>
                </a:solidFill>
              </a:defRPr>
            </a:lvl7pPr>
            <a:lvl8pPr>
              <a:defRPr sz="3300" b="1">
                <a:solidFill>
                  <a:srgbClr val="245540"/>
                </a:solidFill>
              </a:defRPr>
            </a:lvl8pPr>
            <a:lvl9pPr>
              <a:defRPr sz="3300" b="1">
                <a:solidFill>
                  <a:srgbClr val="245540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5540"/>
                </a:solidFill>
              </a:defRPr>
            </a:pPr>
            <a:r>
              <a:rPr sz="3300" b="1">
                <a:solidFill>
                  <a:srgbClr val="245540"/>
                </a:solidFill>
              </a:rPr>
              <a:t>自分が待つ場所は、どこですか。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C9566-09EA-44FC-BBA2-EB031DA6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A54716"/>
                </a:solidFill>
              </a:defRPr>
            </a:defPPr>
            <a:lvl1pPr>
              <a:defRPr sz="3150" b="1">
                <a:solidFill>
                  <a:srgbClr val="A54716"/>
                </a:solidFill>
              </a:defRPr>
            </a:lvl1pPr>
            <a:lvl2pPr>
              <a:defRPr sz="3150" b="1">
                <a:solidFill>
                  <a:srgbClr val="A54716"/>
                </a:solidFill>
              </a:defRPr>
            </a:lvl2pPr>
            <a:lvl3pPr>
              <a:defRPr sz="3150" b="1">
                <a:solidFill>
                  <a:srgbClr val="A54716"/>
                </a:solidFill>
              </a:defRPr>
            </a:lvl3pPr>
            <a:lvl4pPr>
              <a:defRPr sz="3150" b="1">
                <a:solidFill>
                  <a:srgbClr val="A54716"/>
                </a:solidFill>
              </a:defRPr>
            </a:lvl4pPr>
            <a:lvl5pPr>
              <a:defRPr sz="3150" b="1">
                <a:solidFill>
                  <a:srgbClr val="A54716"/>
                </a:solidFill>
              </a:defRPr>
            </a:lvl5pPr>
            <a:lvl6pPr>
              <a:defRPr sz="3150" b="1">
                <a:solidFill>
                  <a:srgbClr val="A54716"/>
                </a:solidFill>
              </a:defRPr>
            </a:lvl6pPr>
            <a:lvl7pPr>
              <a:defRPr sz="3150" b="1">
                <a:solidFill>
                  <a:srgbClr val="A54716"/>
                </a:solidFill>
              </a:defRPr>
            </a:lvl7pPr>
            <a:lvl8pPr>
              <a:defRPr sz="3150" b="1">
                <a:solidFill>
                  <a:srgbClr val="A54716"/>
                </a:solidFill>
              </a:defRPr>
            </a:lvl8pPr>
            <a:lvl9pPr>
              <a:defRPr sz="3150" b="1">
                <a:solidFill>
                  <a:srgbClr val="A54716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A54716"/>
                </a:solidFill>
              </a:defRPr>
            </a:pPr>
            <a:r>
              <a:rPr sz="3150" b="1">
                <a:solidFill>
                  <a:srgbClr val="A54716"/>
                </a:solidFill>
              </a:rPr>
              <a:t>誰が階段を下り始めたら、動きますか。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6C67C-91A7-4CFE-BF8D-0C843238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057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344E40"/>
                </a:solidFill>
              </a:defRPr>
            </a:defPPr>
            <a:lvl1pPr>
              <a:defRPr sz="2925" b="1">
                <a:solidFill>
                  <a:srgbClr val="344E40"/>
                </a:solidFill>
              </a:defRPr>
            </a:lvl1pPr>
            <a:lvl2pPr>
              <a:defRPr sz="2925" b="1">
                <a:solidFill>
                  <a:srgbClr val="344E40"/>
                </a:solidFill>
              </a:defRPr>
            </a:lvl2pPr>
            <a:lvl3pPr>
              <a:defRPr sz="2925" b="1">
                <a:solidFill>
                  <a:srgbClr val="344E40"/>
                </a:solidFill>
              </a:defRPr>
            </a:lvl3pPr>
            <a:lvl4pPr>
              <a:defRPr sz="2925" b="1">
                <a:solidFill>
                  <a:srgbClr val="344E40"/>
                </a:solidFill>
              </a:defRPr>
            </a:lvl4pPr>
            <a:lvl5pPr>
              <a:defRPr sz="2925" b="1">
                <a:solidFill>
                  <a:srgbClr val="344E40"/>
                </a:solidFill>
              </a:defRPr>
            </a:lvl5pPr>
            <a:lvl6pPr>
              <a:defRPr sz="2925" b="1">
                <a:solidFill>
                  <a:srgbClr val="344E40"/>
                </a:solidFill>
              </a:defRPr>
            </a:lvl6pPr>
            <a:lvl7pPr>
              <a:defRPr sz="2925" b="1">
                <a:solidFill>
                  <a:srgbClr val="344E40"/>
                </a:solidFill>
              </a:defRPr>
            </a:lvl7pPr>
            <a:lvl8pPr>
              <a:defRPr sz="2925" b="1">
                <a:solidFill>
                  <a:srgbClr val="344E40"/>
                </a:solidFill>
              </a:defRPr>
            </a:lvl8pPr>
            <a:lvl9pPr>
              <a:defRPr sz="2925" b="1">
                <a:solidFill>
                  <a:srgbClr val="344E40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344E40"/>
                </a:solidFill>
              </a:defRPr>
            </a:pPr>
            <a:r>
              <a:rPr sz="2925" b="1">
                <a:solidFill>
                  <a:srgbClr val="344E40"/>
                </a:solidFill>
              </a:rPr>
              <a:t>返事と礼も合わせて、実際に動いてみましょう。</a:t>
            </a:r>
          </a:p>
        </p:txBody>
      </p:sp>
    </p:spTree>
    <p:extLst>
      <p:ext uri="{BB962C8B-B14F-4D97-AF65-F5344CB8AC3E}">
        <p14:creationId xmlns:p14="http://schemas.microsoft.com/office/powerpoint/2010/main" val="17925751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2026-10-26T08:37:25.4270000Z</dcterms:created>
  <dcterms:modified xsi:type="dcterms:W3CDTF">2026-10-26T08:37:25.4270000Z</dcterms:modified>
</coreProperties>
</file>